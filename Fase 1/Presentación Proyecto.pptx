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B71B"/>
    <a:srgbClr val="FFF7E5"/>
    <a:srgbClr val="0E1C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5467" autoAdjust="0"/>
  </p:normalViewPr>
  <p:slideViewPr>
    <p:cSldViewPr snapToGrid="0">
      <p:cViewPr>
        <p:scale>
          <a:sx n="100" d="100"/>
          <a:sy n="100" d="100"/>
        </p:scale>
        <p:origin x="1282" y="42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EE5D6F-09E6-4068-B09B-E8BAD3CF0F5E}" type="datetimeFigureOut">
              <a:rPr lang="es-CL" smtClean="0"/>
              <a:t>01-09-2026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D2D3A3-637C-4B97-8A8C-B5E87C18715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352086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D2D3A3-637C-4B97-8A8C-B5E87C187159}" type="slidenum">
              <a:rPr lang="es-CL" smtClean="0"/>
              <a:t>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052002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D2D3A3-637C-4B97-8A8C-B5E87C187159}" type="slidenum">
              <a:rPr lang="es-CL" smtClean="0"/>
              <a:t>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003754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D2D3A3-637C-4B97-8A8C-B5E87C187159}" type="slidenum">
              <a:rPr lang="es-CL" smtClean="0"/>
              <a:t>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521996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D2D3A3-637C-4B97-8A8C-B5E87C187159}" type="slidenum">
              <a:rPr lang="es-CL" smtClean="0"/>
              <a:t>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640894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D2D3A3-637C-4B97-8A8C-B5E87C187159}" type="slidenum">
              <a:rPr lang="es-CL" smtClean="0"/>
              <a:t>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346426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D2D3A3-637C-4B97-8A8C-B5E87C187159}" type="slidenum">
              <a:rPr lang="es-CL" smtClean="0"/>
              <a:t>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871058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D2D3A3-637C-4B97-8A8C-B5E87C187159}" type="slidenum">
              <a:rPr lang="es-CL" smtClean="0"/>
              <a:t>7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804815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D2D3A3-637C-4B97-8A8C-B5E87C187159}" type="slidenum">
              <a:rPr lang="es-CL" smtClean="0"/>
              <a:t>8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647357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D2D3A3-637C-4B97-8A8C-B5E87C187159}" type="slidenum">
              <a:rPr lang="es-CL" smtClean="0"/>
              <a:t>10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824486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D2D3A3-637C-4B97-8A8C-B5E87C187159}" type="slidenum">
              <a:rPr lang="es-CL" smtClean="0"/>
              <a:t>11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839308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729315-D51D-9431-99CA-574BED918E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13577D1-4F6C-6CF2-43C9-37F6544B93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80D6A93-99FE-6F47-006D-1C23A3212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4327C-ADDA-4514-8C86-67242F140251}" type="datetimeFigureOut">
              <a:rPr lang="es-CL" smtClean="0"/>
              <a:t>01-09-2026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595E9F1-DBDE-D04D-16DC-FB39F6FB2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646E835-4202-AE00-209C-F479171FE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E57FA-E506-4F16-8C61-41C9B1799A5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600785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93F662-D2E1-A771-A1C7-2BEA15445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BF0EE48-F0F1-C794-9404-93F4BFC70D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451CD03-7CFA-4EFE-C1DF-F8DDFD13F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4327C-ADDA-4514-8C86-67242F140251}" type="datetimeFigureOut">
              <a:rPr lang="es-CL" smtClean="0"/>
              <a:t>01-09-2026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51536E3-4220-2AAC-0A56-CF54888D1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C6FB1EE-3331-2AC5-D46E-E5AA001A9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E57FA-E506-4F16-8C61-41C9B1799A5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2085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6E1B31-074E-1355-A1DF-D429A604A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4D9E1CD-A7BD-F421-9412-154EF7E0ED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56947B0-84BE-CD7D-6F43-320930B46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4327C-ADDA-4514-8C86-67242F140251}" type="datetimeFigureOut">
              <a:rPr lang="es-CL" smtClean="0"/>
              <a:t>01-09-2026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517F0E9-134D-6676-2A5E-4E067A95D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5534FB9-345F-F6AC-5A6E-F5E961585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E57FA-E506-4F16-8C61-41C9B1799A5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12772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1C15A3-512E-A85F-A85E-AD33B49B2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ECBA942-8A51-14E2-265C-A06DB2F3B6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C8C5725-D25E-B64C-74A1-B990406FEB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96636AE-6BBD-3FFE-5D45-21EEB1750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4327C-ADDA-4514-8C86-67242F140251}" type="datetimeFigureOut">
              <a:rPr lang="es-CL" smtClean="0"/>
              <a:t>01-09-2026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8007D77-BE05-1AFA-3933-2CCE9E577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6027D10-0773-9EAA-4F80-2FB705DA7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E57FA-E506-4F16-8C61-41C9B1799A5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042723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B39311-7EA3-5643-2854-79BB05DAA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6CDBBC7-881D-4765-726C-AD39B2D6DC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AD6D42F-9845-8F04-597A-52ED12D6BF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E31F62C-F910-A71E-934F-82D2C1BEE3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7620BC8-9817-6D00-5ACD-69A3AB5C1D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B18E06B-15EB-C311-E13A-78F9793C9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4327C-ADDA-4514-8C86-67242F140251}" type="datetimeFigureOut">
              <a:rPr lang="es-CL" smtClean="0"/>
              <a:t>01-09-2026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F4E6F98-7D2C-28A8-5CE1-C39CE6878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0837517-682E-BC77-17D9-9EF4A4972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E57FA-E506-4F16-8C61-41C9B1799A5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244338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9BB9ED-033C-41D9-DE82-E1EC0D0CB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1E2CD7B-B7BB-D337-0DF0-4480722A8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4327C-ADDA-4514-8C86-67242F140251}" type="datetimeFigureOut">
              <a:rPr lang="es-CL" smtClean="0"/>
              <a:t>01-09-2026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A76E19D-981E-7FA6-39DC-A85375683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E2CB446-DC17-F5DA-0F13-3FA95950E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E57FA-E506-4F16-8C61-41C9B1799A5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77628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A61709B-D5D9-0CEF-66E0-24CEFC232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4327C-ADDA-4514-8C86-67242F140251}" type="datetimeFigureOut">
              <a:rPr lang="es-CL" smtClean="0"/>
              <a:t>01-09-2026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694E11B-251A-EF44-D280-3A1D6E15C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8575F45-6CAA-7812-7816-9E98655ED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E57FA-E506-4F16-8C61-41C9B1799A5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03602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BF49F2-0ECD-0F29-FE46-AD38D23AC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E2F9A73-2054-3F0E-CF46-961279ABC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B595A80-EDF5-CBE1-4282-8F01DB956F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6533A72-0BEE-52B2-A161-D5C6186ED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4327C-ADDA-4514-8C86-67242F140251}" type="datetimeFigureOut">
              <a:rPr lang="es-CL" smtClean="0"/>
              <a:t>01-09-2026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BB82E84-8728-422D-7789-E3725CAA4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BB22780-6280-044F-7551-21B9A420D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E57FA-E506-4F16-8C61-41C9B1799A5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45732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BE7EB8-DCF2-FD3D-3C56-10CE3F61D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378F462-082F-0EAE-C235-5E6E39CD2C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7FA12FA-E57E-A258-BC4C-9385D18EDF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D8DC72E-9B9E-1BA9-5612-0559D6236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4327C-ADDA-4514-8C86-67242F140251}" type="datetimeFigureOut">
              <a:rPr lang="es-CL" smtClean="0"/>
              <a:t>01-09-2026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D75A570-A5FC-E9E5-2F65-C9587F4C8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5BD7EAF-9AD0-AEB2-2884-B7CC8B42E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E57FA-E506-4F16-8C61-41C9B1799A5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270644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2FA666-5851-ACC6-956C-5F3E68A55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37D4D07-0D96-0B2B-69EA-7D4F23B700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124AC77-91D2-C1AB-3E90-794A37BEB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4327C-ADDA-4514-8C86-67242F140251}" type="datetimeFigureOut">
              <a:rPr lang="es-CL" smtClean="0"/>
              <a:t>01-09-2026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6F5E8F4-A5B3-F9A7-35F0-C2492173C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FCCCF65-6C8C-B894-FFED-47A1541E3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E57FA-E506-4F16-8C61-41C9B1799A5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266465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9B61BB3-F378-BE99-0250-F819E38F48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8CBCF7F-1BFD-833A-3EBC-6431E8AEEC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13A6D1E-552C-48BB-BFC9-61D982B95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4327C-ADDA-4514-8C86-67242F140251}" type="datetimeFigureOut">
              <a:rPr lang="es-CL" smtClean="0"/>
              <a:t>01-09-2026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24D91AF-6201-5550-C9FC-C58B90FFF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B431B52-2BA6-A3A1-152A-A81356F2A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CE57FA-E506-4F16-8C61-41C9B1799A5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4139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41B0FE1-2DB0-23E8-FB16-B8EDC5DB2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AA4E1D8-340E-A86F-CD8F-7DBC58A14A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8D739F5-722E-E398-258F-860B11C44C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94327C-ADDA-4514-8C86-67242F140251}" type="datetimeFigureOut">
              <a:rPr lang="es-CL" smtClean="0"/>
              <a:t>01-09-2026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EA6899D-D74E-753B-3D9B-E04998544B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57BE99B-B992-481B-6D28-4E5034C37F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CE57FA-E506-4F16-8C61-41C9B1799A5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04566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8.png"/><Relationship Id="rId5" Type="http://schemas.openxmlformats.org/officeDocument/2006/relationships/image" Target="../media/image11.png"/><Relationship Id="rId10" Type="http://schemas.openxmlformats.org/officeDocument/2006/relationships/image" Target="../media/image17.png"/><Relationship Id="rId4" Type="http://schemas.openxmlformats.org/officeDocument/2006/relationships/image" Target="../media/image10.png"/><Relationship Id="rId9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: una sola esquina redondeada 5">
            <a:extLst>
              <a:ext uri="{FF2B5EF4-FFF2-40B4-BE49-F238E27FC236}">
                <a16:creationId xmlns:a16="http://schemas.microsoft.com/office/drawing/2014/main" id="{8F08F698-49AB-9985-ACF9-BE9DD02874AC}"/>
              </a:ext>
            </a:extLst>
          </p:cNvPr>
          <p:cNvSpPr/>
          <p:nvPr/>
        </p:nvSpPr>
        <p:spPr>
          <a:xfrm rot="10800000" flipH="1">
            <a:off x="6620" y="-1"/>
            <a:ext cx="655990" cy="1868557"/>
          </a:xfrm>
          <a:prstGeom prst="round1Rect">
            <a:avLst/>
          </a:prstGeom>
          <a:solidFill>
            <a:srgbClr val="FFB71B"/>
          </a:solidFill>
          <a:ln>
            <a:solidFill>
              <a:srgbClr val="FFB7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9A7A4FDF-578D-D749-7D4A-3988EBA4995B}"/>
              </a:ext>
            </a:extLst>
          </p:cNvPr>
          <p:cNvCxnSpPr>
            <a:cxnSpLocks/>
            <a:endCxn id="13" idx="2"/>
          </p:cNvCxnSpPr>
          <p:nvPr/>
        </p:nvCxnSpPr>
        <p:spPr>
          <a:xfrm>
            <a:off x="655976" y="636104"/>
            <a:ext cx="2080591" cy="11899"/>
          </a:xfrm>
          <a:prstGeom prst="line">
            <a:avLst/>
          </a:prstGeom>
          <a:ln>
            <a:solidFill>
              <a:srgbClr val="FFB71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DABA27B3-C7B5-C711-F7D2-0A8252F6B828}"/>
              </a:ext>
            </a:extLst>
          </p:cNvPr>
          <p:cNvCxnSpPr>
            <a:cxnSpLocks/>
          </p:cNvCxnSpPr>
          <p:nvPr/>
        </p:nvCxnSpPr>
        <p:spPr>
          <a:xfrm>
            <a:off x="437322" y="6182139"/>
            <a:ext cx="11101859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2" name="Imagen 11">
            <a:extLst>
              <a:ext uri="{FF2B5EF4-FFF2-40B4-BE49-F238E27FC236}">
                <a16:creationId xmlns:a16="http://schemas.microsoft.com/office/drawing/2014/main" id="{4D6B0850-DD60-E46C-939B-E520487DBE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8422" y="128600"/>
            <a:ext cx="2478165" cy="908991"/>
          </a:xfrm>
          <a:prstGeom prst="rect">
            <a:avLst/>
          </a:prstGeom>
        </p:spPr>
      </p:pic>
      <p:sp>
        <p:nvSpPr>
          <p:cNvPr id="13" name="Elipse 12">
            <a:extLst>
              <a:ext uri="{FF2B5EF4-FFF2-40B4-BE49-F238E27FC236}">
                <a16:creationId xmlns:a16="http://schemas.microsoft.com/office/drawing/2014/main" id="{F96A0687-790C-3FA7-5D94-0C71245E328A}"/>
              </a:ext>
            </a:extLst>
          </p:cNvPr>
          <p:cNvSpPr/>
          <p:nvPr/>
        </p:nvSpPr>
        <p:spPr>
          <a:xfrm>
            <a:off x="2736567" y="602972"/>
            <a:ext cx="90061" cy="90061"/>
          </a:xfrm>
          <a:prstGeom prst="ellipse">
            <a:avLst/>
          </a:prstGeom>
          <a:solidFill>
            <a:srgbClr val="FFB71B"/>
          </a:solidFill>
          <a:ln>
            <a:solidFill>
              <a:srgbClr val="FFB7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2" name="Rectángulo: una sola esquina redondeada 21">
            <a:extLst>
              <a:ext uri="{FF2B5EF4-FFF2-40B4-BE49-F238E27FC236}">
                <a16:creationId xmlns:a16="http://schemas.microsoft.com/office/drawing/2014/main" id="{C8C12C02-ADBF-AB32-1C48-3329427481F9}"/>
              </a:ext>
            </a:extLst>
          </p:cNvPr>
          <p:cNvSpPr/>
          <p:nvPr/>
        </p:nvSpPr>
        <p:spPr>
          <a:xfrm flipH="1">
            <a:off x="11539181" y="4989443"/>
            <a:ext cx="652816" cy="1868557"/>
          </a:xfrm>
          <a:prstGeom prst="round1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F7A6F6BF-E3A0-7191-4DB5-E1C6D45F1B7C}"/>
              </a:ext>
            </a:extLst>
          </p:cNvPr>
          <p:cNvCxnSpPr/>
          <p:nvPr/>
        </p:nvCxnSpPr>
        <p:spPr>
          <a:xfrm>
            <a:off x="10983401" y="6376256"/>
            <a:ext cx="0" cy="324679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CuadroTexto 26">
            <a:extLst>
              <a:ext uri="{FF2B5EF4-FFF2-40B4-BE49-F238E27FC236}">
                <a16:creationId xmlns:a16="http://schemas.microsoft.com/office/drawing/2014/main" id="{D83A1B90-8265-FE28-18EB-22043A5BBA2D}"/>
              </a:ext>
            </a:extLst>
          </p:cNvPr>
          <p:cNvSpPr txBox="1"/>
          <p:nvPr/>
        </p:nvSpPr>
        <p:spPr>
          <a:xfrm>
            <a:off x="11092732" y="635393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/>
              <a:t>1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14F6F91D-C376-0B03-734E-6D8BF83C7C47}"/>
              </a:ext>
            </a:extLst>
          </p:cNvPr>
          <p:cNvSpPr txBox="1"/>
          <p:nvPr/>
        </p:nvSpPr>
        <p:spPr>
          <a:xfrm>
            <a:off x="3594647" y="1265096"/>
            <a:ext cx="500269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96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ASINCO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2401D327-23BA-11D6-D39F-3973F8DA05B0}"/>
              </a:ext>
            </a:extLst>
          </p:cNvPr>
          <p:cNvSpPr txBox="1"/>
          <p:nvPr/>
        </p:nvSpPr>
        <p:spPr>
          <a:xfrm>
            <a:off x="2935350" y="2834756"/>
            <a:ext cx="63212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3200" b="1" dirty="0">
                <a:solidFill>
                  <a:schemeClr val="accent1">
                    <a:lumMod val="7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Asistente de Inventario y Compras</a:t>
            </a:r>
            <a:endParaRPr lang="es-CL" sz="9600" b="1" dirty="0">
              <a:solidFill>
                <a:schemeClr val="accent1">
                  <a:lumMod val="75000"/>
                </a:scheme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483029E2-9881-69E1-9572-939659ED7C66}"/>
              </a:ext>
            </a:extLst>
          </p:cNvPr>
          <p:cNvCxnSpPr>
            <a:cxnSpLocks/>
          </p:cNvCxnSpPr>
          <p:nvPr/>
        </p:nvCxnSpPr>
        <p:spPr>
          <a:xfrm>
            <a:off x="3750359" y="2743202"/>
            <a:ext cx="4585259" cy="0"/>
          </a:xfrm>
          <a:prstGeom prst="line">
            <a:avLst/>
          </a:prstGeom>
          <a:ln>
            <a:solidFill>
              <a:srgbClr val="FFB71B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4" name="Rectángulo: esquinas redondeadas 33">
            <a:extLst>
              <a:ext uri="{FF2B5EF4-FFF2-40B4-BE49-F238E27FC236}">
                <a16:creationId xmlns:a16="http://schemas.microsoft.com/office/drawing/2014/main" id="{38394AEC-4EC1-9B75-19E5-C85E01C4917B}"/>
              </a:ext>
            </a:extLst>
          </p:cNvPr>
          <p:cNvSpPr/>
          <p:nvPr/>
        </p:nvSpPr>
        <p:spPr>
          <a:xfrm>
            <a:off x="5048282" y="3511084"/>
            <a:ext cx="2095429" cy="400110"/>
          </a:xfrm>
          <a:prstGeom prst="roundRect">
            <a:avLst/>
          </a:prstGeom>
          <a:noFill/>
          <a:ln>
            <a:solidFill>
              <a:srgbClr val="FFB7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147FA8F4-523F-C8BF-E7E4-858D58E4830D}"/>
              </a:ext>
            </a:extLst>
          </p:cNvPr>
          <p:cNvSpPr txBox="1"/>
          <p:nvPr/>
        </p:nvSpPr>
        <p:spPr>
          <a:xfrm>
            <a:off x="5048282" y="3507171"/>
            <a:ext cx="20954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20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Proyecto APT</a:t>
            </a:r>
            <a:endParaRPr lang="es-CL" sz="7200" b="1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898998A2-5A18-981F-CDAE-E8EB53C907E0}"/>
              </a:ext>
            </a:extLst>
          </p:cNvPr>
          <p:cNvSpPr txBox="1"/>
          <p:nvPr/>
        </p:nvSpPr>
        <p:spPr>
          <a:xfrm>
            <a:off x="5126938" y="4128322"/>
            <a:ext cx="24384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b="1" dirty="0">
                <a:solidFill>
                  <a:schemeClr val="accent1">
                    <a:lumMod val="7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Ingeniería en Informática</a:t>
            </a:r>
            <a:endParaRPr lang="es-CL" sz="6600" b="1" dirty="0">
              <a:solidFill>
                <a:schemeClr val="accent1">
                  <a:lumMod val="75000"/>
                </a:scheme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14184D83-0807-C00A-BA38-CD4F01DF9E27}"/>
              </a:ext>
            </a:extLst>
          </p:cNvPr>
          <p:cNvSpPr txBox="1"/>
          <p:nvPr/>
        </p:nvSpPr>
        <p:spPr>
          <a:xfrm>
            <a:off x="4418045" y="5059349"/>
            <a:ext cx="1595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b="1" dirty="0">
                <a:solidFill>
                  <a:schemeClr val="accent1">
                    <a:lumMod val="7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Benjamín Jeria</a:t>
            </a:r>
            <a:endParaRPr lang="es-CL" sz="6600" b="1" dirty="0">
              <a:solidFill>
                <a:schemeClr val="accent1">
                  <a:lumMod val="75000"/>
                </a:scheme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92AD8E82-6E57-E71E-A3E7-11AE50238F86}"/>
              </a:ext>
            </a:extLst>
          </p:cNvPr>
          <p:cNvCxnSpPr>
            <a:cxnSpLocks/>
          </p:cNvCxnSpPr>
          <p:nvPr/>
        </p:nvCxnSpPr>
        <p:spPr>
          <a:xfrm>
            <a:off x="6144762" y="5036015"/>
            <a:ext cx="0" cy="461865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3" name="Imagen 42">
            <a:extLst>
              <a:ext uri="{FF2B5EF4-FFF2-40B4-BE49-F238E27FC236}">
                <a16:creationId xmlns:a16="http://schemas.microsoft.com/office/drawing/2014/main" id="{800D8520-6D3E-E7F4-0BAF-180F60D727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2162" y="4058688"/>
            <a:ext cx="584776" cy="584776"/>
          </a:xfrm>
          <a:prstGeom prst="rect">
            <a:avLst/>
          </a:prstGeom>
        </p:spPr>
      </p:pic>
      <p:sp>
        <p:nvSpPr>
          <p:cNvPr id="44" name="CuadroTexto 43">
            <a:extLst>
              <a:ext uri="{FF2B5EF4-FFF2-40B4-BE49-F238E27FC236}">
                <a16:creationId xmlns:a16="http://schemas.microsoft.com/office/drawing/2014/main" id="{4013698D-6305-098E-FAFB-F12E927314F2}"/>
              </a:ext>
            </a:extLst>
          </p:cNvPr>
          <p:cNvSpPr txBox="1"/>
          <p:nvPr/>
        </p:nvSpPr>
        <p:spPr>
          <a:xfrm>
            <a:off x="6697750" y="5084945"/>
            <a:ext cx="1711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b="1" dirty="0">
                <a:solidFill>
                  <a:schemeClr val="accent1">
                    <a:lumMod val="7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Sebastián Pardo</a:t>
            </a:r>
            <a:endParaRPr lang="es-CL" sz="6600" b="1" dirty="0">
              <a:solidFill>
                <a:schemeClr val="accent1">
                  <a:lumMod val="75000"/>
                </a:scheme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48" name="Imagen 47">
            <a:extLst>
              <a:ext uri="{FF2B5EF4-FFF2-40B4-BE49-F238E27FC236}">
                <a16:creationId xmlns:a16="http://schemas.microsoft.com/office/drawing/2014/main" id="{5B75D36F-9823-C119-A496-3282AF5B81E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1327" y="4943695"/>
            <a:ext cx="510582" cy="510582"/>
          </a:xfrm>
          <a:prstGeom prst="rect">
            <a:avLst/>
          </a:prstGeom>
        </p:spPr>
      </p:pic>
      <p:cxnSp>
        <p:nvCxnSpPr>
          <p:cNvPr id="49" name="Conector recto 48">
            <a:extLst>
              <a:ext uri="{FF2B5EF4-FFF2-40B4-BE49-F238E27FC236}">
                <a16:creationId xmlns:a16="http://schemas.microsoft.com/office/drawing/2014/main" id="{AFD94E18-9573-DAB7-84C6-D22EFCCA4D83}"/>
              </a:ext>
            </a:extLst>
          </p:cNvPr>
          <p:cNvCxnSpPr>
            <a:cxnSpLocks/>
          </p:cNvCxnSpPr>
          <p:nvPr/>
        </p:nvCxnSpPr>
        <p:spPr>
          <a:xfrm>
            <a:off x="4068477" y="5405821"/>
            <a:ext cx="376238" cy="0"/>
          </a:xfrm>
          <a:prstGeom prst="line">
            <a:avLst/>
          </a:prstGeom>
          <a:ln>
            <a:solidFill>
              <a:srgbClr val="FFB71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2" name="Imagen 51">
            <a:extLst>
              <a:ext uri="{FF2B5EF4-FFF2-40B4-BE49-F238E27FC236}">
                <a16:creationId xmlns:a16="http://schemas.microsoft.com/office/drawing/2014/main" id="{83D6ABBC-7DAC-8583-024E-45C5CBD0527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1187" y="4943695"/>
            <a:ext cx="510582" cy="510582"/>
          </a:xfrm>
          <a:prstGeom prst="rect">
            <a:avLst/>
          </a:prstGeom>
        </p:spPr>
      </p:pic>
      <p:cxnSp>
        <p:nvCxnSpPr>
          <p:cNvPr id="53" name="Conector recto 52">
            <a:extLst>
              <a:ext uri="{FF2B5EF4-FFF2-40B4-BE49-F238E27FC236}">
                <a16:creationId xmlns:a16="http://schemas.microsoft.com/office/drawing/2014/main" id="{AEFC1888-22DC-76C3-BCC1-C6EE12A85B5F}"/>
              </a:ext>
            </a:extLst>
          </p:cNvPr>
          <p:cNvCxnSpPr>
            <a:cxnSpLocks/>
          </p:cNvCxnSpPr>
          <p:nvPr/>
        </p:nvCxnSpPr>
        <p:spPr>
          <a:xfrm>
            <a:off x="6318337" y="5405821"/>
            <a:ext cx="376238" cy="0"/>
          </a:xfrm>
          <a:prstGeom prst="line">
            <a:avLst/>
          </a:prstGeom>
          <a:ln>
            <a:solidFill>
              <a:srgbClr val="FFB71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Elipse 53">
            <a:extLst>
              <a:ext uri="{FF2B5EF4-FFF2-40B4-BE49-F238E27FC236}">
                <a16:creationId xmlns:a16="http://schemas.microsoft.com/office/drawing/2014/main" id="{3B0B2649-FEFE-A534-AE6D-C05A281092B4}"/>
              </a:ext>
            </a:extLst>
          </p:cNvPr>
          <p:cNvSpPr/>
          <p:nvPr/>
        </p:nvSpPr>
        <p:spPr>
          <a:xfrm>
            <a:off x="437322" y="6331225"/>
            <a:ext cx="90061" cy="90061"/>
          </a:xfrm>
          <a:prstGeom prst="ellipse">
            <a:avLst/>
          </a:prstGeom>
          <a:solidFill>
            <a:srgbClr val="FFB71B"/>
          </a:solidFill>
          <a:ln>
            <a:solidFill>
              <a:srgbClr val="FFB7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55" name="Elipse 54">
            <a:extLst>
              <a:ext uri="{FF2B5EF4-FFF2-40B4-BE49-F238E27FC236}">
                <a16:creationId xmlns:a16="http://schemas.microsoft.com/office/drawing/2014/main" id="{119525E2-0A17-A865-7F63-22ABB5F6643F}"/>
              </a:ext>
            </a:extLst>
          </p:cNvPr>
          <p:cNvSpPr/>
          <p:nvPr/>
        </p:nvSpPr>
        <p:spPr>
          <a:xfrm>
            <a:off x="620014" y="6331224"/>
            <a:ext cx="90061" cy="90061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56" name="Elipse 55">
            <a:extLst>
              <a:ext uri="{FF2B5EF4-FFF2-40B4-BE49-F238E27FC236}">
                <a16:creationId xmlns:a16="http://schemas.microsoft.com/office/drawing/2014/main" id="{D2B80EE2-3611-A0CA-95E4-5E15AB1425A4}"/>
              </a:ext>
            </a:extLst>
          </p:cNvPr>
          <p:cNvSpPr/>
          <p:nvPr/>
        </p:nvSpPr>
        <p:spPr>
          <a:xfrm>
            <a:off x="802706" y="6331224"/>
            <a:ext cx="90061" cy="90061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57" name="Rectángulo: esquinas redondeadas 56">
            <a:extLst>
              <a:ext uri="{FF2B5EF4-FFF2-40B4-BE49-F238E27FC236}">
                <a16:creationId xmlns:a16="http://schemas.microsoft.com/office/drawing/2014/main" id="{A8ACBF48-13ED-95D8-B24C-734F1475AE59}"/>
              </a:ext>
            </a:extLst>
          </p:cNvPr>
          <p:cNvSpPr/>
          <p:nvPr/>
        </p:nvSpPr>
        <p:spPr>
          <a:xfrm>
            <a:off x="3932737" y="4840894"/>
            <a:ext cx="4476165" cy="852105"/>
          </a:xfrm>
          <a:prstGeom prst="round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CE71D00E-C2FB-CE4D-E770-D38CE4A89F2A}"/>
              </a:ext>
            </a:extLst>
          </p:cNvPr>
          <p:cNvSpPr txBox="1"/>
          <p:nvPr/>
        </p:nvSpPr>
        <p:spPr>
          <a:xfrm>
            <a:off x="892767" y="6206977"/>
            <a:ext cx="12678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1600" b="1" dirty="0">
                <a:solidFill>
                  <a:schemeClr val="accent1">
                    <a:lumMod val="7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04/09/2026 </a:t>
            </a:r>
          </a:p>
        </p:txBody>
      </p:sp>
    </p:spTree>
    <p:extLst>
      <p:ext uri="{BB962C8B-B14F-4D97-AF65-F5344CB8AC3E}">
        <p14:creationId xmlns:p14="http://schemas.microsoft.com/office/powerpoint/2010/main" val="10627492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una sola esquina redondeada 1">
            <a:extLst>
              <a:ext uri="{FF2B5EF4-FFF2-40B4-BE49-F238E27FC236}">
                <a16:creationId xmlns:a16="http://schemas.microsoft.com/office/drawing/2014/main" id="{DA1E4B52-661F-F862-6A4D-3102B3A31BC0}"/>
              </a:ext>
            </a:extLst>
          </p:cNvPr>
          <p:cNvSpPr/>
          <p:nvPr/>
        </p:nvSpPr>
        <p:spPr>
          <a:xfrm rot="10800000" flipH="1">
            <a:off x="6620" y="-1"/>
            <a:ext cx="655990" cy="1868557"/>
          </a:xfrm>
          <a:prstGeom prst="round1Rect">
            <a:avLst/>
          </a:prstGeom>
          <a:solidFill>
            <a:srgbClr val="FFB71B"/>
          </a:solidFill>
          <a:ln>
            <a:solidFill>
              <a:srgbClr val="FFB7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BF4F2157-1315-B910-5F35-067693E1DA14}"/>
              </a:ext>
            </a:extLst>
          </p:cNvPr>
          <p:cNvCxnSpPr>
            <a:cxnSpLocks/>
            <a:endCxn id="6" idx="2"/>
          </p:cNvCxnSpPr>
          <p:nvPr/>
        </p:nvCxnSpPr>
        <p:spPr>
          <a:xfrm>
            <a:off x="655976" y="636104"/>
            <a:ext cx="2080591" cy="11899"/>
          </a:xfrm>
          <a:prstGeom prst="line">
            <a:avLst/>
          </a:prstGeom>
          <a:ln>
            <a:solidFill>
              <a:srgbClr val="FFB71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Imagen 4">
            <a:extLst>
              <a:ext uri="{FF2B5EF4-FFF2-40B4-BE49-F238E27FC236}">
                <a16:creationId xmlns:a16="http://schemas.microsoft.com/office/drawing/2014/main" id="{BC0D1814-46ED-7E4F-8435-878CBA0C79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8422" y="128600"/>
            <a:ext cx="2478165" cy="908991"/>
          </a:xfrm>
          <a:prstGeom prst="rect">
            <a:avLst/>
          </a:prstGeom>
        </p:spPr>
      </p:pic>
      <p:sp>
        <p:nvSpPr>
          <p:cNvPr id="6" name="Elipse 5">
            <a:extLst>
              <a:ext uri="{FF2B5EF4-FFF2-40B4-BE49-F238E27FC236}">
                <a16:creationId xmlns:a16="http://schemas.microsoft.com/office/drawing/2014/main" id="{7ECC33FB-DF35-9BB0-6276-2394643FE4CB}"/>
              </a:ext>
            </a:extLst>
          </p:cNvPr>
          <p:cNvSpPr/>
          <p:nvPr/>
        </p:nvSpPr>
        <p:spPr>
          <a:xfrm>
            <a:off x="2736567" y="602972"/>
            <a:ext cx="90061" cy="90061"/>
          </a:xfrm>
          <a:prstGeom prst="ellipse">
            <a:avLst/>
          </a:prstGeom>
          <a:solidFill>
            <a:srgbClr val="FFB71B"/>
          </a:solidFill>
          <a:ln>
            <a:solidFill>
              <a:srgbClr val="FFB7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" name="Rectángulo: una sola esquina redondeada 6">
            <a:extLst>
              <a:ext uri="{FF2B5EF4-FFF2-40B4-BE49-F238E27FC236}">
                <a16:creationId xmlns:a16="http://schemas.microsoft.com/office/drawing/2014/main" id="{5DE0A070-C739-3584-4A7C-A80F1080AAFF}"/>
              </a:ext>
            </a:extLst>
          </p:cNvPr>
          <p:cNvSpPr/>
          <p:nvPr/>
        </p:nvSpPr>
        <p:spPr>
          <a:xfrm flipH="1">
            <a:off x="11539181" y="4989443"/>
            <a:ext cx="652816" cy="1868557"/>
          </a:xfrm>
          <a:prstGeom prst="round1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A6E98A2E-A331-06DF-B640-71AB874B136A}"/>
              </a:ext>
            </a:extLst>
          </p:cNvPr>
          <p:cNvCxnSpPr/>
          <p:nvPr/>
        </p:nvCxnSpPr>
        <p:spPr>
          <a:xfrm>
            <a:off x="10983401" y="6376256"/>
            <a:ext cx="0" cy="324679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CuadroTexto 8">
            <a:extLst>
              <a:ext uri="{FF2B5EF4-FFF2-40B4-BE49-F238E27FC236}">
                <a16:creationId xmlns:a16="http://schemas.microsoft.com/office/drawing/2014/main" id="{1E919CBC-ADAB-BF9F-7051-2556C16C4991}"/>
              </a:ext>
            </a:extLst>
          </p:cNvPr>
          <p:cNvSpPr txBox="1"/>
          <p:nvPr/>
        </p:nvSpPr>
        <p:spPr>
          <a:xfrm>
            <a:off x="11092732" y="635393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/>
              <a:t>2</a:t>
            </a: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3657A686-11E7-ED38-56C4-7C55EFEC2B33}"/>
              </a:ext>
            </a:extLst>
          </p:cNvPr>
          <p:cNvSpPr/>
          <p:nvPr/>
        </p:nvSpPr>
        <p:spPr>
          <a:xfrm>
            <a:off x="437322" y="6331225"/>
            <a:ext cx="90061" cy="90061"/>
          </a:xfrm>
          <a:prstGeom prst="ellipse">
            <a:avLst/>
          </a:prstGeom>
          <a:solidFill>
            <a:srgbClr val="FFB71B"/>
          </a:solidFill>
          <a:ln>
            <a:solidFill>
              <a:srgbClr val="FFB7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A128B754-9FA2-FEF7-715A-D5B6822C4EC2}"/>
              </a:ext>
            </a:extLst>
          </p:cNvPr>
          <p:cNvSpPr/>
          <p:nvPr/>
        </p:nvSpPr>
        <p:spPr>
          <a:xfrm>
            <a:off x="620014" y="6331224"/>
            <a:ext cx="90061" cy="90061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08A84313-9AB7-9945-2232-F51041743B09}"/>
              </a:ext>
            </a:extLst>
          </p:cNvPr>
          <p:cNvSpPr/>
          <p:nvPr/>
        </p:nvSpPr>
        <p:spPr>
          <a:xfrm>
            <a:off x="802706" y="6331224"/>
            <a:ext cx="90061" cy="90061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93EC49A0-EB3D-8033-6DF0-FA8C510EAB77}"/>
              </a:ext>
            </a:extLst>
          </p:cNvPr>
          <p:cNvSpPr txBox="1"/>
          <p:nvPr/>
        </p:nvSpPr>
        <p:spPr>
          <a:xfrm>
            <a:off x="1325880" y="1001580"/>
            <a:ext cx="95402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44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PROBLEMÁTICA IDENTIFICADA</a:t>
            </a: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2C8E1064-4184-DD54-14F3-2012FE963778}"/>
              </a:ext>
            </a:extLst>
          </p:cNvPr>
          <p:cNvSpPr/>
          <p:nvPr/>
        </p:nvSpPr>
        <p:spPr>
          <a:xfrm>
            <a:off x="4835185" y="5231984"/>
            <a:ext cx="2438399" cy="852105"/>
          </a:xfrm>
          <a:prstGeom prst="round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AAC53DCD-D345-4C95-BDE5-4E7BC096B54A}"/>
              </a:ext>
            </a:extLst>
          </p:cNvPr>
          <p:cNvCxnSpPr>
            <a:cxnSpLocks/>
          </p:cNvCxnSpPr>
          <p:nvPr/>
        </p:nvCxnSpPr>
        <p:spPr>
          <a:xfrm>
            <a:off x="5692675" y="5410351"/>
            <a:ext cx="0" cy="512224"/>
          </a:xfrm>
          <a:prstGeom prst="line">
            <a:avLst/>
          </a:prstGeom>
          <a:ln>
            <a:solidFill>
              <a:srgbClr val="FFB71B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5" name="CuadroTexto 24">
            <a:extLst>
              <a:ext uri="{FF2B5EF4-FFF2-40B4-BE49-F238E27FC236}">
                <a16:creationId xmlns:a16="http://schemas.microsoft.com/office/drawing/2014/main" id="{3FA67452-F953-F93C-C169-24CA5D2225C7}"/>
              </a:ext>
            </a:extLst>
          </p:cNvPr>
          <p:cNvSpPr txBox="1"/>
          <p:nvPr/>
        </p:nvSpPr>
        <p:spPr>
          <a:xfrm>
            <a:off x="5820138" y="5335677"/>
            <a:ext cx="14925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>
                <a:solidFill>
                  <a:schemeClr val="accent1">
                    <a:lumMod val="7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Baja </a:t>
            </a:r>
          </a:p>
          <a:p>
            <a:r>
              <a:rPr lang="es-CL" b="1" dirty="0">
                <a:solidFill>
                  <a:schemeClr val="accent1">
                    <a:lumMod val="7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trazabilidad</a:t>
            </a:r>
          </a:p>
        </p:txBody>
      </p:sp>
      <p:pic>
        <p:nvPicPr>
          <p:cNvPr id="28" name="Imagen 27">
            <a:extLst>
              <a:ext uri="{FF2B5EF4-FFF2-40B4-BE49-F238E27FC236}">
                <a16:creationId xmlns:a16="http://schemas.microsoft.com/office/drawing/2014/main" id="{FA4CA24A-7880-42BF-BF5F-79825ACE67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6567" y="1965271"/>
            <a:ext cx="7353300" cy="2940578"/>
          </a:xfrm>
          <a:prstGeom prst="rect">
            <a:avLst/>
          </a:prstGeom>
        </p:spPr>
      </p:pic>
      <p:sp>
        <p:nvSpPr>
          <p:cNvPr id="29" name="Rectángulo: esquinas redondeadas 28">
            <a:extLst>
              <a:ext uri="{FF2B5EF4-FFF2-40B4-BE49-F238E27FC236}">
                <a16:creationId xmlns:a16="http://schemas.microsoft.com/office/drawing/2014/main" id="{B06F2F61-F1A1-86D4-A804-E81CE43382EC}"/>
              </a:ext>
            </a:extLst>
          </p:cNvPr>
          <p:cNvSpPr/>
          <p:nvPr/>
        </p:nvSpPr>
        <p:spPr>
          <a:xfrm>
            <a:off x="7846650" y="5230378"/>
            <a:ext cx="2438399" cy="852105"/>
          </a:xfrm>
          <a:prstGeom prst="round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54C410B3-34EC-099E-237E-6986113E93EA}"/>
              </a:ext>
            </a:extLst>
          </p:cNvPr>
          <p:cNvCxnSpPr>
            <a:cxnSpLocks/>
          </p:cNvCxnSpPr>
          <p:nvPr/>
        </p:nvCxnSpPr>
        <p:spPr>
          <a:xfrm>
            <a:off x="8704140" y="5419681"/>
            <a:ext cx="0" cy="512224"/>
          </a:xfrm>
          <a:prstGeom prst="line">
            <a:avLst/>
          </a:prstGeom>
          <a:ln>
            <a:solidFill>
              <a:srgbClr val="FFB71B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1" name="CuadroTexto 30">
            <a:extLst>
              <a:ext uri="{FF2B5EF4-FFF2-40B4-BE49-F238E27FC236}">
                <a16:creationId xmlns:a16="http://schemas.microsoft.com/office/drawing/2014/main" id="{0995EDC5-C0F9-C7B5-67E4-E050C144BC43}"/>
              </a:ext>
            </a:extLst>
          </p:cNvPr>
          <p:cNvSpPr txBox="1"/>
          <p:nvPr/>
        </p:nvSpPr>
        <p:spPr>
          <a:xfrm>
            <a:off x="8831603" y="5345007"/>
            <a:ext cx="14925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>
                <a:solidFill>
                  <a:schemeClr val="accent1">
                    <a:lumMod val="7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Repetición de </a:t>
            </a:r>
          </a:p>
          <a:p>
            <a:r>
              <a:rPr lang="es-CL" b="1" dirty="0">
                <a:solidFill>
                  <a:schemeClr val="accent1">
                    <a:lumMod val="7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búsquedas</a:t>
            </a:r>
          </a:p>
        </p:txBody>
      </p:sp>
      <p:sp>
        <p:nvSpPr>
          <p:cNvPr id="32" name="Rectángulo: esquinas redondeadas 31">
            <a:extLst>
              <a:ext uri="{FF2B5EF4-FFF2-40B4-BE49-F238E27FC236}">
                <a16:creationId xmlns:a16="http://schemas.microsoft.com/office/drawing/2014/main" id="{D1962C5C-304E-216C-53D7-90CB8B2F3087}"/>
              </a:ext>
            </a:extLst>
          </p:cNvPr>
          <p:cNvSpPr/>
          <p:nvPr/>
        </p:nvSpPr>
        <p:spPr>
          <a:xfrm>
            <a:off x="1862808" y="5245618"/>
            <a:ext cx="2438399" cy="852105"/>
          </a:xfrm>
          <a:prstGeom prst="round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DE286D85-A33D-02F2-B9E0-855E310EF09D}"/>
              </a:ext>
            </a:extLst>
          </p:cNvPr>
          <p:cNvCxnSpPr>
            <a:cxnSpLocks/>
          </p:cNvCxnSpPr>
          <p:nvPr/>
        </p:nvCxnSpPr>
        <p:spPr>
          <a:xfrm>
            <a:off x="2720298" y="5434921"/>
            <a:ext cx="0" cy="512224"/>
          </a:xfrm>
          <a:prstGeom prst="line">
            <a:avLst/>
          </a:prstGeom>
          <a:ln>
            <a:solidFill>
              <a:srgbClr val="FFB71B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4" name="CuadroTexto 33">
            <a:extLst>
              <a:ext uri="{FF2B5EF4-FFF2-40B4-BE49-F238E27FC236}">
                <a16:creationId xmlns:a16="http://schemas.microsoft.com/office/drawing/2014/main" id="{5C775393-9931-97A5-C11D-8FADC2A1B91F}"/>
              </a:ext>
            </a:extLst>
          </p:cNvPr>
          <p:cNvSpPr txBox="1"/>
          <p:nvPr/>
        </p:nvSpPr>
        <p:spPr>
          <a:xfrm>
            <a:off x="2847761" y="5360247"/>
            <a:ext cx="14925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>
                <a:solidFill>
                  <a:schemeClr val="accent1">
                    <a:lumMod val="7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Información </a:t>
            </a:r>
          </a:p>
          <a:p>
            <a:r>
              <a:rPr lang="es-CL" b="1" dirty="0">
                <a:solidFill>
                  <a:schemeClr val="accent1">
                    <a:lumMod val="7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distribuida</a:t>
            </a:r>
          </a:p>
        </p:txBody>
      </p:sp>
      <p:pic>
        <p:nvPicPr>
          <p:cNvPr id="36" name="Imagen 35">
            <a:extLst>
              <a:ext uri="{FF2B5EF4-FFF2-40B4-BE49-F238E27FC236}">
                <a16:creationId xmlns:a16="http://schemas.microsoft.com/office/drawing/2014/main" id="{5D82C38A-A036-FD44-5ABF-843774A447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65850" y="2129501"/>
            <a:ext cx="1384620" cy="2442867"/>
          </a:xfrm>
          <a:prstGeom prst="rect">
            <a:avLst/>
          </a:prstGeom>
        </p:spPr>
      </p:pic>
      <p:pic>
        <p:nvPicPr>
          <p:cNvPr id="38" name="Imagen 37">
            <a:extLst>
              <a:ext uri="{FF2B5EF4-FFF2-40B4-BE49-F238E27FC236}">
                <a16:creationId xmlns:a16="http://schemas.microsoft.com/office/drawing/2014/main" id="{46183F93-13AC-15D0-09C9-51A3CF10E04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3909" y="5362564"/>
            <a:ext cx="602972" cy="602972"/>
          </a:xfrm>
          <a:prstGeom prst="rect">
            <a:avLst/>
          </a:prstGeom>
        </p:spPr>
      </p:pic>
      <p:pic>
        <p:nvPicPr>
          <p:cNvPr id="40" name="Imagen 39">
            <a:extLst>
              <a:ext uri="{FF2B5EF4-FFF2-40B4-BE49-F238E27FC236}">
                <a16:creationId xmlns:a16="http://schemas.microsoft.com/office/drawing/2014/main" id="{C1F268AE-31F8-D023-3A31-E026EF4147E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3171" y="5352167"/>
            <a:ext cx="679790" cy="679790"/>
          </a:xfrm>
          <a:prstGeom prst="rect">
            <a:avLst/>
          </a:prstGeom>
        </p:spPr>
      </p:pic>
      <p:pic>
        <p:nvPicPr>
          <p:cNvPr id="42" name="Imagen 41">
            <a:extLst>
              <a:ext uri="{FF2B5EF4-FFF2-40B4-BE49-F238E27FC236}">
                <a16:creationId xmlns:a16="http://schemas.microsoft.com/office/drawing/2014/main" id="{E9557C27-B314-8065-DC7B-3D5F68D0AEF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0972" y="5295660"/>
            <a:ext cx="721540" cy="721540"/>
          </a:xfrm>
          <a:prstGeom prst="rect">
            <a:avLst/>
          </a:prstGeom>
        </p:spPr>
      </p:pic>
      <p:cxnSp>
        <p:nvCxnSpPr>
          <p:cNvPr id="43" name="Conector recto 42">
            <a:extLst>
              <a:ext uri="{FF2B5EF4-FFF2-40B4-BE49-F238E27FC236}">
                <a16:creationId xmlns:a16="http://schemas.microsoft.com/office/drawing/2014/main" id="{A9C48EC4-2458-8C16-BB7C-BA419F2ED9FC}"/>
              </a:ext>
            </a:extLst>
          </p:cNvPr>
          <p:cNvCxnSpPr>
            <a:cxnSpLocks/>
          </p:cNvCxnSpPr>
          <p:nvPr/>
        </p:nvCxnSpPr>
        <p:spPr>
          <a:xfrm>
            <a:off x="5055704" y="1733852"/>
            <a:ext cx="2080591" cy="11899"/>
          </a:xfrm>
          <a:prstGeom prst="line">
            <a:avLst/>
          </a:prstGeom>
          <a:ln>
            <a:solidFill>
              <a:srgbClr val="FFB71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28373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una sola esquina redondeada 1">
            <a:extLst>
              <a:ext uri="{FF2B5EF4-FFF2-40B4-BE49-F238E27FC236}">
                <a16:creationId xmlns:a16="http://schemas.microsoft.com/office/drawing/2014/main" id="{DA1E4B52-661F-F862-6A4D-3102B3A31BC0}"/>
              </a:ext>
            </a:extLst>
          </p:cNvPr>
          <p:cNvSpPr/>
          <p:nvPr/>
        </p:nvSpPr>
        <p:spPr>
          <a:xfrm rot="10800000" flipH="1">
            <a:off x="6620" y="-1"/>
            <a:ext cx="655990" cy="1868557"/>
          </a:xfrm>
          <a:prstGeom prst="round1Rect">
            <a:avLst/>
          </a:prstGeom>
          <a:solidFill>
            <a:srgbClr val="FFB71B"/>
          </a:solidFill>
          <a:ln>
            <a:solidFill>
              <a:srgbClr val="FFB7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BF4F2157-1315-B910-5F35-067693E1DA14}"/>
              </a:ext>
            </a:extLst>
          </p:cNvPr>
          <p:cNvCxnSpPr>
            <a:cxnSpLocks/>
            <a:endCxn id="6" idx="2"/>
          </p:cNvCxnSpPr>
          <p:nvPr/>
        </p:nvCxnSpPr>
        <p:spPr>
          <a:xfrm>
            <a:off x="655976" y="636104"/>
            <a:ext cx="2080591" cy="11899"/>
          </a:xfrm>
          <a:prstGeom prst="line">
            <a:avLst/>
          </a:prstGeom>
          <a:ln>
            <a:solidFill>
              <a:srgbClr val="FFB71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Imagen 4">
            <a:extLst>
              <a:ext uri="{FF2B5EF4-FFF2-40B4-BE49-F238E27FC236}">
                <a16:creationId xmlns:a16="http://schemas.microsoft.com/office/drawing/2014/main" id="{BC0D1814-46ED-7E4F-8435-878CBA0C79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8422" y="128600"/>
            <a:ext cx="2478165" cy="908991"/>
          </a:xfrm>
          <a:prstGeom prst="rect">
            <a:avLst/>
          </a:prstGeom>
        </p:spPr>
      </p:pic>
      <p:sp>
        <p:nvSpPr>
          <p:cNvPr id="6" name="Elipse 5">
            <a:extLst>
              <a:ext uri="{FF2B5EF4-FFF2-40B4-BE49-F238E27FC236}">
                <a16:creationId xmlns:a16="http://schemas.microsoft.com/office/drawing/2014/main" id="{7ECC33FB-DF35-9BB0-6276-2394643FE4CB}"/>
              </a:ext>
            </a:extLst>
          </p:cNvPr>
          <p:cNvSpPr/>
          <p:nvPr/>
        </p:nvSpPr>
        <p:spPr>
          <a:xfrm>
            <a:off x="2736567" y="602972"/>
            <a:ext cx="90061" cy="90061"/>
          </a:xfrm>
          <a:prstGeom prst="ellipse">
            <a:avLst/>
          </a:prstGeom>
          <a:solidFill>
            <a:srgbClr val="FFB71B"/>
          </a:solidFill>
          <a:ln>
            <a:solidFill>
              <a:srgbClr val="FFB7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" name="Rectángulo: una sola esquina redondeada 6">
            <a:extLst>
              <a:ext uri="{FF2B5EF4-FFF2-40B4-BE49-F238E27FC236}">
                <a16:creationId xmlns:a16="http://schemas.microsoft.com/office/drawing/2014/main" id="{5DE0A070-C739-3584-4A7C-A80F1080AAFF}"/>
              </a:ext>
            </a:extLst>
          </p:cNvPr>
          <p:cNvSpPr/>
          <p:nvPr/>
        </p:nvSpPr>
        <p:spPr>
          <a:xfrm flipH="1">
            <a:off x="11539181" y="4989443"/>
            <a:ext cx="652816" cy="1868557"/>
          </a:xfrm>
          <a:prstGeom prst="round1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A6E98A2E-A331-06DF-B640-71AB874B136A}"/>
              </a:ext>
            </a:extLst>
          </p:cNvPr>
          <p:cNvCxnSpPr/>
          <p:nvPr/>
        </p:nvCxnSpPr>
        <p:spPr>
          <a:xfrm>
            <a:off x="10983401" y="6376256"/>
            <a:ext cx="0" cy="324679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CuadroTexto 8">
            <a:extLst>
              <a:ext uri="{FF2B5EF4-FFF2-40B4-BE49-F238E27FC236}">
                <a16:creationId xmlns:a16="http://schemas.microsoft.com/office/drawing/2014/main" id="{1E919CBC-ADAB-BF9F-7051-2556C16C4991}"/>
              </a:ext>
            </a:extLst>
          </p:cNvPr>
          <p:cNvSpPr txBox="1"/>
          <p:nvPr/>
        </p:nvSpPr>
        <p:spPr>
          <a:xfrm>
            <a:off x="11092732" y="635393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/>
              <a:t>3</a:t>
            </a: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3657A686-11E7-ED38-56C4-7C55EFEC2B33}"/>
              </a:ext>
            </a:extLst>
          </p:cNvPr>
          <p:cNvSpPr/>
          <p:nvPr/>
        </p:nvSpPr>
        <p:spPr>
          <a:xfrm>
            <a:off x="437322" y="6331225"/>
            <a:ext cx="90061" cy="90061"/>
          </a:xfrm>
          <a:prstGeom prst="ellipse">
            <a:avLst/>
          </a:prstGeom>
          <a:solidFill>
            <a:srgbClr val="FFB71B"/>
          </a:solidFill>
          <a:ln>
            <a:solidFill>
              <a:srgbClr val="FFB7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A128B754-9FA2-FEF7-715A-D5B6822C4EC2}"/>
              </a:ext>
            </a:extLst>
          </p:cNvPr>
          <p:cNvSpPr/>
          <p:nvPr/>
        </p:nvSpPr>
        <p:spPr>
          <a:xfrm>
            <a:off x="620014" y="6331224"/>
            <a:ext cx="90061" cy="90061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08A84313-9AB7-9945-2232-F51041743B09}"/>
              </a:ext>
            </a:extLst>
          </p:cNvPr>
          <p:cNvSpPr/>
          <p:nvPr/>
        </p:nvSpPr>
        <p:spPr>
          <a:xfrm>
            <a:off x="802706" y="6331224"/>
            <a:ext cx="90061" cy="90061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6FDFC02E-B5AA-A870-E85D-AA97B527E15C}"/>
              </a:ext>
            </a:extLst>
          </p:cNvPr>
          <p:cNvSpPr/>
          <p:nvPr/>
        </p:nvSpPr>
        <p:spPr>
          <a:xfrm>
            <a:off x="4835185" y="5231984"/>
            <a:ext cx="2438399" cy="852105"/>
          </a:xfrm>
          <a:prstGeom prst="round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92EB3C02-5185-98AF-3872-6409D6A094E2}"/>
              </a:ext>
            </a:extLst>
          </p:cNvPr>
          <p:cNvCxnSpPr>
            <a:cxnSpLocks/>
          </p:cNvCxnSpPr>
          <p:nvPr/>
        </p:nvCxnSpPr>
        <p:spPr>
          <a:xfrm>
            <a:off x="5692675" y="5410351"/>
            <a:ext cx="0" cy="512224"/>
          </a:xfrm>
          <a:prstGeom prst="line">
            <a:avLst/>
          </a:prstGeom>
          <a:ln>
            <a:solidFill>
              <a:srgbClr val="FFB71B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CuadroTexto 14">
            <a:extLst>
              <a:ext uri="{FF2B5EF4-FFF2-40B4-BE49-F238E27FC236}">
                <a16:creationId xmlns:a16="http://schemas.microsoft.com/office/drawing/2014/main" id="{DDD1D2A6-7A69-6A34-70F5-4E7598E65B75}"/>
              </a:ext>
            </a:extLst>
          </p:cNvPr>
          <p:cNvSpPr txBox="1"/>
          <p:nvPr/>
        </p:nvSpPr>
        <p:spPr>
          <a:xfrm>
            <a:off x="5746594" y="5485783"/>
            <a:ext cx="14925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>
                <a:solidFill>
                  <a:schemeClr val="accent1">
                    <a:lumMod val="7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Trazabilidad</a:t>
            </a:r>
          </a:p>
          <a:p>
            <a:endParaRPr lang="es-CL" b="1" dirty="0">
              <a:solidFill>
                <a:schemeClr val="accent1">
                  <a:lumMod val="75000"/>
                </a:scheme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185759DA-F772-CCA5-B582-B08BA0FF0390}"/>
              </a:ext>
            </a:extLst>
          </p:cNvPr>
          <p:cNvSpPr/>
          <p:nvPr/>
        </p:nvSpPr>
        <p:spPr>
          <a:xfrm>
            <a:off x="7846650" y="5230378"/>
            <a:ext cx="2438399" cy="852105"/>
          </a:xfrm>
          <a:prstGeom prst="round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3E444AA0-5E09-8547-D26E-DBC2D244B255}"/>
              </a:ext>
            </a:extLst>
          </p:cNvPr>
          <p:cNvCxnSpPr>
            <a:cxnSpLocks/>
          </p:cNvCxnSpPr>
          <p:nvPr/>
        </p:nvCxnSpPr>
        <p:spPr>
          <a:xfrm>
            <a:off x="8704140" y="5419681"/>
            <a:ext cx="0" cy="512224"/>
          </a:xfrm>
          <a:prstGeom prst="line">
            <a:avLst/>
          </a:prstGeom>
          <a:ln>
            <a:solidFill>
              <a:srgbClr val="FFB71B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CuadroTexto 17">
            <a:extLst>
              <a:ext uri="{FF2B5EF4-FFF2-40B4-BE49-F238E27FC236}">
                <a16:creationId xmlns:a16="http://schemas.microsoft.com/office/drawing/2014/main" id="{6DC3738C-84E3-8086-71D4-F830B4B12C25}"/>
              </a:ext>
            </a:extLst>
          </p:cNvPr>
          <p:cNvSpPr txBox="1"/>
          <p:nvPr/>
        </p:nvSpPr>
        <p:spPr>
          <a:xfrm>
            <a:off x="8776109" y="5454482"/>
            <a:ext cx="14925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>
                <a:solidFill>
                  <a:schemeClr val="accent1">
                    <a:lumMod val="7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Apoyo</a:t>
            </a:r>
          </a:p>
          <a:p>
            <a:endParaRPr lang="es-CL" b="1" dirty="0">
              <a:solidFill>
                <a:schemeClr val="accent1">
                  <a:lumMod val="75000"/>
                </a:schemeClr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20D56A78-3F78-F784-BBD1-ECAC52F63DCB}"/>
              </a:ext>
            </a:extLst>
          </p:cNvPr>
          <p:cNvSpPr/>
          <p:nvPr/>
        </p:nvSpPr>
        <p:spPr>
          <a:xfrm>
            <a:off x="1862808" y="5245618"/>
            <a:ext cx="2438399" cy="852105"/>
          </a:xfrm>
          <a:prstGeom prst="round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7A7D0C1C-3EE3-4A34-5C5F-23EAF3FD255F}"/>
              </a:ext>
            </a:extLst>
          </p:cNvPr>
          <p:cNvCxnSpPr>
            <a:cxnSpLocks/>
          </p:cNvCxnSpPr>
          <p:nvPr/>
        </p:nvCxnSpPr>
        <p:spPr>
          <a:xfrm>
            <a:off x="2720298" y="5434921"/>
            <a:ext cx="0" cy="512224"/>
          </a:xfrm>
          <a:prstGeom prst="line">
            <a:avLst/>
          </a:prstGeom>
          <a:ln>
            <a:solidFill>
              <a:srgbClr val="FFB71B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" name="CuadroTexto 20">
            <a:extLst>
              <a:ext uri="{FF2B5EF4-FFF2-40B4-BE49-F238E27FC236}">
                <a16:creationId xmlns:a16="http://schemas.microsoft.com/office/drawing/2014/main" id="{E8C3E169-C595-3D39-C983-D1E5DAEBE1A4}"/>
              </a:ext>
            </a:extLst>
          </p:cNvPr>
          <p:cNvSpPr txBox="1"/>
          <p:nvPr/>
        </p:nvSpPr>
        <p:spPr>
          <a:xfrm>
            <a:off x="2800587" y="5506367"/>
            <a:ext cx="14925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>
                <a:solidFill>
                  <a:schemeClr val="accent1">
                    <a:lumMod val="7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Centralización 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AC32ECAE-FC22-CD33-C762-E6716EED900D}"/>
              </a:ext>
            </a:extLst>
          </p:cNvPr>
          <p:cNvSpPr txBox="1"/>
          <p:nvPr/>
        </p:nvSpPr>
        <p:spPr>
          <a:xfrm>
            <a:off x="1325880" y="1001580"/>
            <a:ext cx="95402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44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SOLUCIÓN PROPUESTA</a:t>
            </a:r>
          </a:p>
        </p:txBody>
      </p: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B34F256C-F242-D679-7742-32CCC3DAD68E}"/>
              </a:ext>
            </a:extLst>
          </p:cNvPr>
          <p:cNvCxnSpPr>
            <a:cxnSpLocks/>
          </p:cNvCxnSpPr>
          <p:nvPr/>
        </p:nvCxnSpPr>
        <p:spPr>
          <a:xfrm>
            <a:off x="5055704" y="1733852"/>
            <a:ext cx="2080591" cy="11899"/>
          </a:xfrm>
          <a:prstGeom prst="line">
            <a:avLst/>
          </a:prstGeom>
          <a:ln>
            <a:solidFill>
              <a:srgbClr val="FFB71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9" name="Imagen 28">
            <a:extLst>
              <a:ext uri="{FF2B5EF4-FFF2-40B4-BE49-F238E27FC236}">
                <a16:creationId xmlns:a16="http://schemas.microsoft.com/office/drawing/2014/main" id="{54D61DB6-B4E9-FB8C-AEA4-1F77D885A4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1657" y="2116969"/>
            <a:ext cx="6325454" cy="2529544"/>
          </a:xfrm>
          <a:prstGeom prst="rect">
            <a:avLst/>
          </a:prstGeom>
        </p:spPr>
      </p:pic>
      <p:pic>
        <p:nvPicPr>
          <p:cNvPr id="32" name="Imagen 31">
            <a:extLst>
              <a:ext uri="{FF2B5EF4-FFF2-40B4-BE49-F238E27FC236}">
                <a16:creationId xmlns:a16="http://schemas.microsoft.com/office/drawing/2014/main" id="{4C043143-2665-9B02-B164-92D9CBD0338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8680" y="5338263"/>
            <a:ext cx="640148" cy="640148"/>
          </a:xfrm>
          <a:prstGeom prst="rect">
            <a:avLst/>
          </a:prstGeom>
        </p:spPr>
      </p:pic>
      <p:pic>
        <p:nvPicPr>
          <p:cNvPr id="34" name="Imagen 33">
            <a:extLst>
              <a:ext uri="{FF2B5EF4-FFF2-40B4-BE49-F238E27FC236}">
                <a16:creationId xmlns:a16="http://schemas.microsoft.com/office/drawing/2014/main" id="{23DF2C9B-4B8A-E5A1-0829-E111F05E1A6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9531" y="5338263"/>
            <a:ext cx="737592" cy="737592"/>
          </a:xfrm>
          <a:prstGeom prst="rect">
            <a:avLst/>
          </a:prstGeom>
        </p:spPr>
      </p:pic>
      <p:pic>
        <p:nvPicPr>
          <p:cNvPr id="36" name="Imagen 35">
            <a:extLst>
              <a:ext uri="{FF2B5EF4-FFF2-40B4-BE49-F238E27FC236}">
                <a16:creationId xmlns:a16="http://schemas.microsoft.com/office/drawing/2014/main" id="{E2C28508-4049-3280-2A2F-6AF745A12E7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3488" y="5284137"/>
            <a:ext cx="783106" cy="783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3509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una sola esquina redondeada 1">
            <a:extLst>
              <a:ext uri="{FF2B5EF4-FFF2-40B4-BE49-F238E27FC236}">
                <a16:creationId xmlns:a16="http://schemas.microsoft.com/office/drawing/2014/main" id="{DA1E4B52-661F-F862-6A4D-3102B3A31BC0}"/>
              </a:ext>
            </a:extLst>
          </p:cNvPr>
          <p:cNvSpPr/>
          <p:nvPr/>
        </p:nvSpPr>
        <p:spPr>
          <a:xfrm rot="10800000" flipH="1">
            <a:off x="6620" y="-1"/>
            <a:ext cx="655990" cy="1868557"/>
          </a:xfrm>
          <a:prstGeom prst="round1Rect">
            <a:avLst/>
          </a:prstGeom>
          <a:solidFill>
            <a:srgbClr val="FFB71B"/>
          </a:solidFill>
          <a:ln>
            <a:solidFill>
              <a:srgbClr val="FFB7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BF4F2157-1315-B910-5F35-067693E1DA14}"/>
              </a:ext>
            </a:extLst>
          </p:cNvPr>
          <p:cNvCxnSpPr>
            <a:cxnSpLocks/>
            <a:endCxn id="6" idx="2"/>
          </p:cNvCxnSpPr>
          <p:nvPr/>
        </p:nvCxnSpPr>
        <p:spPr>
          <a:xfrm>
            <a:off x="655976" y="636104"/>
            <a:ext cx="2080591" cy="11899"/>
          </a:xfrm>
          <a:prstGeom prst="line">
            <a:avLst/>
          </a:prstGeom>
          <a:ln>
            <a:solidFill>
              <a:srgbClr val="FFB71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Imagen 4">
            <a:extLst>
              <a:ext uri="{FF2B5EF4-FFF2-40B4-BE49-F238E27FC236}">
                <a16:creationId xmlns:a16="http://schemas.microsoft.com/office/drawing/2014/main" id="{BC0D1814-46ED-7E4F-8435-878CBA0C79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8422" y="128600"/>
            <a:ext cx="2478165" cy="908991"/>
          </a:xfrm>
          <a:prstGeom prst="rect">
            <a:avLst/>
          </a:prstGeom>
        </p:spPr>
      </p:pic>
      <p:sp>
        <p:nvSpPr>
          <p:cNvPr id="6" name="Elipse 5">
            <a:extLst>
              <a:ext uri="{FF2B5EF4-FFF2-40B4-BE49-F238E27FC236}">
                <a16:creationId xmlns:a16="http://schemas.microsoft.com/office/drawing/2014/main" id="{7ECC33FB-DF35-9BB0-6276-2394643FE4CB}"/>
              </a:ext>
            </a:extLst>
          </p:cNvPr>
          <p:cNvSpPr/>
          <p:nvPr/>
        </p:nvSpPr>
        <p:spPr>
          <a:xfrm>
            <a:off x="2736567" y="602972"/>
            <a:ext cx="90061" cy="90061"/>
          </a:xfrm>
          <a:prstGeom prst="ellipse">
            <a:avLst/>
          </a:prstGeom>
          <a:solidFill>
            <a:srgbClr val="FFB71B"/>
          </a:solidFill>
          <a:ln>
            <a:solidFill>
              <a:srgbClr val="FFB7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" name="Rectángulo: una sola esquina redondeada 6">
            <a:extLst>
              <a:ext uri="{FF2B5EF4-FFF2-40B4-BE49-F238E27FC236}">
                <a16:creationId xmlns:a16="http://schemas.microsoft.com/office/drawing/2014/main" id="{5DE0A070-C739-3584-4A7C-A80F1080AAFF}"/>
              </a:ext>
            </a:extLst>
          </p:cNvPr>
          <p:cNvSpPr/>
          <p:nvPr/>
        </p:nvSpPr>
        <p:spPr>
          <a:xfrm flipH="1">
            <a:off x="11539181" y="4989443"/>
            <a:ext cx="652816" cy="1868557"/>
          </a:xfrm>
          <a:prstGeom prst="round1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A6E98A2E-A331-06DF-B640-71AB874B136A}"/>
              </a:ext>
            </a:extLst>
          </p:cNvPr>
          <p:cNvCxnSpPr/>
          <p:nvPr/>
        </p:nvCxnSpPr>
        <p:spPr>
          <a:xfrm>
            <a:off x="10983401" y="6376256"/>
            <a:ext cx="0" cy="324679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CuadroTexto 8">
            <a:extLst>
              <a:ext uri="{FF2B5EF4-FFF2-40B4-BE49-F238E27FC236}">
                <a16:creationId xmlns:a16="http://schemas.microsoft.com/office/drawing/2014/main" id="{1E919CBC-ADAB-BF9F-7051-2556C16C4991}"/>
              </a:ext>
            </a:extLst>
          </p:cNvPr>
          <p:cNvSpPr txBox="1"/>
          <p:nvPr/>
        </p:nvSpPr>
        <p:spPr>
          <a:xfrm>
            <a:off x="11092732" y="635393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/>
              <a:t>4</a:t>
            </a: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3657A686-11E7-ED38-56C4-7C55EFEC2B33}"/>
              </a:ext>
            </a:extLst>
          </p:cNvPr>
          <p:cNvSpPr/>
          <p:nvPr/>
        </p:nvSpPr>
        <p:spPr>
          <a:xfrm>
            <a:off x="437322" y="6331225"/>
            <a:ext cx="90061" cy="90061"/>
          </a:xfrm>
          <a:prstGeom prst="ellipse">
            <a:avLst/>
          </a:prstGeom>
          <a:solidFill>
            <a:srgbClr val="FFB71B"/>
          </a:solidFill>
          <a:ln>
            <a:solidFill>
              <a:srgbClr val="FFB7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A128B754-9FA2-FEF7-715A-D5B6822C4EC2}"/>
              </a:ext>
            </a:extLst>
          </p:cNvPr>
          <p:cNvSpPr/>
          <p:nvPr/>
        </p:nvSpPr>
        <p:spPr>
          <a:xfrm>
            <a:off x="620014" y="6331224"/>
            <a:ext cx="90061" cy="90061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08A84313-9AB7-9945-2232-F51041743B09}"/>
              </a:ext>
            </a:extLst>
          </p:cNvPr>
          <p:cNvSpPr/>
          <p:nvPr/>
        </p:nvSpPr>
        <p:spPr>
          <a:xfrm>
            <a:off x="802706" y="6331224"/>
            <a:ext cx="90061" cy="90061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8139B834-60B0-2DCC-36AA-36A4BDA8A037}"/>
              </a:ext>
            </a:extLst>
          </p:cNvPr>
          <p:cNvSpPr txBox="1"/>
          <p:nvPr/>
        </p:nvSpPr>
        <p:spPr>
          <a:xfrm>
            <a:off x="1325880" y="1001580"/>
            <a:ext cx="95402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44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OBJETIVOS DEL PROYECTO</a:t>
            </a: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65351630-50E3-F786-B9AC-B63EBA1D484F}"/>
              </a:ext>
            </a:extLst>
          </p:cNvPr>
          <p:cNvCxnSpPr>
            <a:cxnSpLocks/>
          </p:cNvCxnSpPr>
          <p:nvPr/>
        </p:nvCxnSpPr>
        <p:spPr>
          <a:xfrm>
            <a:off x="5055704" y="1733852"/>
            <a:ext cx="2080591" cy="11899"/>
          </a:xfrm>
          <a:prstGeom prst="line">
            <a:avLst/>
          </a:prstGeom>
          <a:ln>
            <a:solidFill>
              <a:srgbClr val="FFB71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E654916D-60DE-4BBA-D6C3-ED455CDFB081}"/>
              </a:ext>
            </a:extLst>
          </p:cNvPr>
          <p:cNvSpPr/>
          <p:nvPr/>
        </p:nvSpPr>
        <p:spPr>
          <a:xfrm>
            <a:off x="5288279" y="3384572"/>
            <a:ext cx="1615440" cy="2341062"/>
          </a:xfrm>
          <a:prstGeom prst="round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4" name="Rectángulo: esquinas redondeadas 23">
            <a:extLst>
              <a:ext uri="{FF2B5EF4-FFF2-40B4-BE49-F238E27FC236}">
                <a16:creationId xmlns:a16="http://schemas.microsoft.com/office/drawing/2014/main" id="{E1402E72-E8BF-E324-52C0-0BFBEF9C2AB4}"/>
              </a:ext>
            </a:extLst>
          </p:cNvPr>
          <p:cNvSpPr/>
          <p:nvPr/>
        </p:nvSpPr>
        <p:spPr>
          <a:xfrm>
            <a:off x="1459164" y="2124598"/>
            <a:ext cx="9273672" cy="829288"/>
          </a:xfrm>
          <a:prstGeom prst="roundRect">
            <a:avLst/>
          </a:prstGeom>
          <a:solidFill>
            <a:srgbClr val="FFF7E5"/>
          </a:solidFill>
          <a:ln>
            <a:solidFill>
              <a:srgbClr val="FFB7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B84955E1-EDC7-0F52-77EB-E460503D34D0}"/>
              </a:ext>
            </a:extLst>
          </p:cNvPr>
          <p:cNvSpPr txBox="1"/>
          <p:nvPr/>
        </p:nvSpPr>
        <p:spPr>
          <a:xfrm>
            <a:off x="2468587" y="2369816"/>
            <a:ext cx="77988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>
                <a:solidFill>
                  <a:schemeClr val="accent1">
                    <a:lumMod val="7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Centralizar y gestionar inventario y compras utilizando antecedentes históricos</a:t>
            </a:r>
          </a:p>
        </p:txBody>
      </p: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D9E4215A-38C8-AD2C-412E-9E710CCC7F10}"/>
              </a:ext>
            </a:extLst>
          </p:cNvPr>
          <p:cNvCxnSpPr>
            <a:cxnSpLocks/>
          </p:cNvCxnSpPr>
          <p:nvPr/>
        </p:nvCxnSpPr>
        <p:spPr>
          <a:xfrm>
            <a:off x="7623968" y="8984980"/>
            <a:ext cx="0" cy="324679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19807A27-1390-37AB-2376-5B9F2F194AA2}"/>
              </a:ext>
            </a:extLst>
          </p:cNvPr>
          <p:cNvCxnSpPr>
            <a:cxnSpLocks/>
          </p:cNvCxnSpPr>
          <p:nvPr/>
        </p:nvCxnSpPr>
        <p:spPr>
          <a:xfrm>
            <a:off x="5823995" y="4624516"/>
            <a:ext cx="544009" cy="0"/>
          </a:xfrm>
          <a:prstGeom prst="line">
            <a:avLst/>
          </a:prstGeom>
          <a:ln>
            <a:solidFill>
              <a:srgbClr val="FFB71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CuadroTexto 30">
            <a:extLst>
              <a:ext uri="{FF2B5EF4-FFF2-40B4-BE49-F238E27FC236}">
                <a16:creationId xmlns:a16="http://schemas.microsoft.com/office/drawing/2014/main" id="{48F1C8D1-2521-42A6-0FFB-088580E69CD1}"/>
              </a:ext>
            </a:extLst>
          </p:cNvPr>
          <p:cNvSpPr txBox="1"/>
          <p:nvPr/>
        </p:nvSpPr>
        <p:spPr>
          <a:xfrm>
            <a:off x="5288279" y="4732037"/>
            <a:ext cx="1615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b="1" dirty="0">
                <a:solidFill>
                  <a:schemeClr val="accent1">
                    <a:lumMod val="7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Mantener</a:t>
            </a:r>
          </a:p>
          <a:p>
            <a:pPr algn="ctr"/>
            <a:r>
              <a:rPr lang="es-CL" b="1" dirty="0">
                <a:solidFill>
                  <a:schemeClr val="accent1">
                    <a:lumMod val="7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historial</a:t>
            </a:r>
          </a:p>
        </p:txBody>
      </p:sp>
      <p:sp>
        <p:nvSpPr>
          <p:cNvPr id="32" name="Rectángulo: esquinas redondeadas 31">
            <a:extLst>
              <a:ext uri="{FF2B5EF4-FFF2-40B4-BE49-F238E27FC236}">
                <a16:creationId xmlns:a16="http://schemas.microsoft.com/office/drawing/2014/main" id="{274B01B7-A423-9605-704B-49B2F3BAE713}"/>
              </a:ext>
            </a:extLst>
          </p:cNvPr>
          <p:cNvSpPr/>
          <p:nvPr/>
        </p:nvSpPr>
        <p:spPr>
          <a:xfrm>
            <a:off x="7136295" y="3384572"/>
            <a:ext cx="1615440" cy="2341062"/>
          </a:xfrm>
          <a:prstGeom prst="round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8F1A80C9-8C7B-F2EE-72DE-4987E18217BF}"/>
              </a:ext>
            </a:extLst>
          </p:cNvPr>
          <p:cNvCxnSpPr>
            <a:cxnSpLocks/>
          </p:cNvCxnSpPr>
          <p:nvPr/>
        </p:nvCxnSpPr>
        <p:spPr>
          <a:xfrm>
            <a:off x="7672011" y="4624516"/>
            <a:ext cx="544009" cy="0"/>
          </a:xfrm>
          <a:prstGeom prst="line">
            <a:avLst/>
          </a:prstGeom>
          <a:ln>
            <a:solidFill>
              <a:srgbClr val="FFB71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CuadroTexto 33">
            <a:extLst>
              <a:ext uri="{FF2B5EF4-FFF2-40B4-BE49-F238E27FC236}">
                <a16:creationId xmlns:a16="http://schemas.microsoft.com/office/drawing/2014/main" id="{364D5CCF-0106-7320-F072-515ECAAED06F}"/>
              </a:ext>
            </a:extLst>
          </p:cNvPr>
          <p:cNvSpPr txBox="1"/>
          <p:nvPr/>
        </p:nvSpPr>
        <p:spPr>
          <a:xfrm>
            <a:off x="7136295" y="4732037"/>
            <a:ext cx="1615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b="1" dirty="0">
                <a:solidFill>
                  <a:schemeClr val="accent1">
                    <a:lumMod val="7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Apoyar nuevas</a:t>
            </a:r>
          </a:p>
          <a:p>
            <a:pPr algn="ctr"/>
            <a:r>
              <a:rPr lang="es-CL" b="1" dirty="0">
                <a:solidFill>
                  <a:schemeClr val="accent1">
                    <a:lumMod val="7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adquisiciones</a:t>
            </a:r>
          </a:p>
        </p:txBody>
      </p:sp>
      <p:sp>
        <p:nvSpPr>
          <p:cNvPr id="35" name="Rectángulo: esquinas redondeadas 34">
            <a:extLst>
              <a:ext uri="{FF2B5EF4-FFF2-40B4-BE49-F238E27FC236}">
                <a16:creationId xmlns:a16="http://schemas.microsoft.com/office/drawing/2014/main" id="{58A6CB09-6254-B9E3-84D4-1737C5E245FA}"/>
              </a:ext>
            </a:extLst>
          </p:cNvPr>
          <p:cNvSpPr/>
          <p:nvPr/>
        </p:nvSpPr>
        <p:spPr>
          <a:xfrm>
            <a:off x="8984311" y="3384572"/>
            <a:ext cx="1615440" cy="2341062"/>
          </a:xfrm>
          <a:prstGeom prst="round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cxnSp>
        <p:nvCxnSpPr>
          <p:cNvPr id="36" name="Conector recto 35">
            <a:extLst>
              <a:ext uri="{FF2B5EF4-FFF2-40B4-BE49-F238E27FC236}">
                <a16:creationId xmlns:a16="http://schemas.microsoft.com/office/drawing/2014/main" id="{5C34D405-9055-D840-CC39-D9E51C741714}"/>
              </a:ext>
            </a:extLst>
          </p:cNvPr>
          <p:cNvCxnSpPr>
            <a:cxnSpLocks/>
          </p:cNvCxnSpPr>
          <p:nvPr/>
        </p:nvCxnSpPr>
        <p:spPr>
          <a:xfrm>
            <a:off x="9520027" y="4624516"/>
            <a:ext cx="544009" cy="0"/>
          </a:xfrm>
          <a:prstGeom prst="line">
            <a:avLst/>
          </a:prstGeom>
          <a:ln>
            <a:solidFill>
              <a:srgbClr val="FFB71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CuadroTexto 36">
            <a:extLst>
              <a:ext uri="{FF2B5EF4-FFF2-40B4-BE49-F238E27FC236}">
                <a16:creationId xmlns:a16="http://schemas.microsoft.com/office/drawing/2014/main" id="{C666F897-0E8E-10CD-0435-03FC33C96643}"/>
              </a:ext>
            </a:extLst>
          </p:cNvPr>
          <p:cNvSpPr txBox="1"/>
          <p:nvPr/>
        </p:nvSpPr>
        <p:spPr>
          <a:xfrm>
            <a:off x="8984311" y="4732037"/>
            <a:ext cx="1615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b="1" dirty="0">
                <a:solidFill>
                  <a:schemeClr val="accent1">
                    <a:lumMod val="7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Generar</a:t>
            </a:r>
          </a:p>
          <a:p>
            <a:pPr algn="ctr"/>
            <a:r>
              <a:rPr lang="es-CL" b="1" dirty="0">
                <a:solidFill>
                  <a:schemeClr val="accent1">
                    <a:lumMod val="7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indicadores</a:t>
            </a:r>
          </a:p>
        </p:txBody>
      </p:sp>
      <p:sp>
        <p:nvSpPr>
          <p:cNvPr id="38" name="Rectángulo: esquinas redondeadas 37">
            <a:extLst>
              <a:ext uri="{FF2B5EF4-FFF2-40B4-BE49-F238E27FC236}">
                <a16:creationId xmlns:a16="http://schemas.microsoft.com/office/drawing/2014/main" id="{44EF1CC1-D72E-93B9-78E1-FBC7CAAA0A51}"/>
              </a:ext>
            </a:extLst>
          </p:cNvPr>
          <p:cNvSpPr/>
          <p:nvPr/>
        </p:nvSpPr>
        <p:spPr>
          <a:xfrm>
            <a:off x="3440263" y="3384572"/>
            <a:ext cx="1615440" cy="2341062"/>
          </a:xfrm>
          <a:prstGeom prst="round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20A9D9A7-F544-1FFF-81DF-92EDA3E638AE}"/>
              </a:ext>
            </a:extLst>
          </p:cNvPr>
          <p:cNvCxnSpPr>
            <a:cxnSpLocks/>
          </p:cNvCxnSpPr>
          <p:nvPr/>
        </p:nvCxnSpPr>
        <p:spPr>
          <a:xfrm>
            <a:off x="3975979" y="4624516"/>
            <a:ext cx="544009" cy="0"/>
          </a:xfrm>
          <a:prstGeom prst="line">
            <a:avLst/>
          </a:prstGeom>
          <a:ln>
            <a:solidFill>
              <a:srgbClr val="FFB71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CuadroTexto 39">
            <a:extLst>
              <a:ext uri="{FF2B5EF4-FFF2-40B4-BE49-F238E27FC236}">
                <a16:creationId xmlns:a16="http://schemas.microsoft.com/office/drawing/2014/main" id="{1E150A6D-838E-2066-D8DF-9497469EABF8}"/>
              </a:ext>
            </a:extLst>
          </p:cNvPr>
          <p:cNvSpPr txBox="1"/>
          <p:nvPr/>
        </p:nvSpPr>
        <p:spPr>
          <a:xfrm>
            <a:off x="3440263" y="4732037"/>
            <a:ext cx="1615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b="1" dirty="0">
                <a:solidFill>
                  <a:schemeClr val="accent1">
                    <a:lumMod val="7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Gestionar</a:t>
            </a:r>
          </a:p>
          <a:p>
            <a:pPr algn="ctr"/>
            <a:r>
              <a:rPr lang="es-CL" b="1" dirty="0">
                <a:solidFill>
                  <a:schemeClr val="accent1">
                    <a:lumMod val="7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compras</a:t>
            </a:r>
          </a:p>
        </p:txBody>
      </p:sp>
      <p:sp>
        <p:nvSpPr>
          <p:cNvPr id="41" name="Rectángulo: esquinas redondeadas 40">
            <a:extLst>
              <a:ext uri="{FF2B5EF4-FFF2-40B4-BE49-F238E27FC236}">
                <a16:creationId xmlns:a16="http://schemas.microsoft.com/office/drawing/2014/main" id="{9D81E7C2-ADEA-45AE-33C4-3004532B4FE0}"/>
              </a:ext>
            </a:extLst>
          </p:cNvPr>
          <p:cNvSpPr/>
          <p:nvPr/>
        </p:nvSpPr>
        <p:spPr>
          <a:xfrm>
            <a:off x="1592249" y="3384572"/>
            <a:ext cx="1615440" cy="2341062"/>
          </a:xfrm>
          <a:prstGeom prst="round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cxnSp>
        <p:nvCxnSpPr>
          <p:cNvPr id="42" name="Conector recto 41">
            <a:extLst>
              <a:ext uri="{FF2B5EF4-FFF2-40B4-BE49-F238E27FC236}">
                <a16:creationId xmlns:a16="http://schemas.microsoft.com/office/drawing/2014/main" id="{5206CDCB-2D1B-980D-713A-ACA065AE78E6}"/>
              </a:ext>
            </a:extLst>
          </p:cNvPr>
          <p:cNvCxnSpPr>
            <a:cxnSpLocks/>
          </p:cNvCxnSpPr>
          <p:nvPr/>
        </p:nvCxnSpPr>
        <p:spPr>
          <a:xfrm>
            <a:off x="2127965" y="4624516"/>
            <a:ext cx="544009" cy="0"/>
          </a:xfrm>
          <a:prstGeom prst="line">
            <a:avLst/>
          </a:prstGeom>
          <a:ln>
            <a:solidFill>
              <a:srgbClr val="FFB71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CuadroTexto 42">
            <a:extLst>
              <a:ext uri="{FF2B5EF4-FFF2-40B4-BE49-F238E27FC236}">
                <a16:creationId xmlns:a16="http://schemas.microsoft.com/office/drawing/2014/main" id="{2D9FA2EB-D4D1-2A84-DBE2-A22301A6AAED}"/>
              </a:ext>
            </a:extLst>
          </p:cNvPr>
          <p:cNvSpPr txBox="1"/>
          <p:nvPr/>
        </p:nvSpPr>
        <p:spPr>
          <a:xfrm>
            <a:off x="1592249" y="4732037"/>
            <a:ext cx="1615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b="1" dirty="0">
                <a:solidFill>
                  <a:schemeClr val="accent1">
                    <a:lumMod val="7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Centralizar</a:t>
            </a:r>
          </a:p>
          <a:p>
            <a:pPr algn="ctr"/>
            <a:r>
              <a:rPr lang="es-CL" b="1" dirty="0">
                <a:solidFill>
                  <a:schemeClr val="accent1">
                    <a:lumMod val="7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inventario</a:t>
            </a:r>
          </a:p>
        </p:txBody>
      </p:sp>
      <p:pic>
        <p:nvPicPr>
          <p:cNvPr id="44" name="Imagen 43">
            <a:extLst>
              <a:ext uri="{FF2B5EF4-FFF2-40B4-BE49-F238E27FC236}">
                <a16:creationId xmlns:a16="http://schemas.microsoft.com/office/drawing/2014/main" id="{CDA6B12B-DFCA-F1ED-5F1C-DBF9B42390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947" r="39398"/>
          <a:stretch/>
        </p:blipFill>
        <p:spPr>
          <a:xfrm>
            <a:off x="5676900" y="3437525"/>
            <a:ext cx="861060" cy="1389616"/>
          </a:xfrm>
          <a:prstGeom prst="rect">
            <a:avLst/>
          </a:prstGeom>
        </p:spPr>
      </p:pic>
      <p:pic>
        <p:nvPicPr>
          <p:cNvPr id="47" name="Imagen 46">
            <a:extLst>
              <a:ext uri="{FF2B5EF4-FFF2-40B4-BE49-F238E27FC236}">
                <a16:creationId xmlns:a16="http://schemas.microsoft.com/office/drawing/2014/main" id="{B6D1078E-9733-68A2-1FE5-87FB95E594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95" r="58722"/>
          <a:stretch/>
        </p:blipFill>
        <p:spPr>
          <a:xfrm>
            <a:off x="3688079" y="3464801"/>
            <a:ext cx="937260" cy="1389616"/>
          </a:xfrm>
          <a:prstGeom prst="rect">
            <a:avLst/>
          </a:prstGeom>
        </p:spPr>
      </p:pic>
      <p:pic>
        <p:nvPicPr>
          <p:cNvPr id="48" name="Imagen 47">
            <a:extLst>
              <a:ext uri="{FF2B5EF4-FFF2-40B4-BE49-F238E27FC236}">
                <a16:creationId xmlns:a16="http://schemas.microsoft.com/office/drawing/2014/main" id="{BB840AD1-5E8E-202C-378D-A19E02B48C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9929"/>
          <a:stretch/>
        </p:blipFill>
        <p:spPr>
          <a:xfrm>
            <a:off x="1989917" y="3446539"/>
            <a:ext cx="836711" cy="1389616"/>
          </a:xfrm>
          <a:prstGeom prst="rect">
            <a:avLst/>
          </a:prstGeom>
        </p:spPr>
      </p:pic>
      <p:pic>
        <p:nvPicPr>
          <p:cNvPr id="49" name="Imagen 48">
            <a:extLst>
              <a:ext uri="{FF2B5EF4-FFF2-40B4-BE49-F238E27FC236}">
                <a16:creationId xmlns:a16="http://schemas.microsoft.com/office/drawing/2014/main" id="{33FB82E0-5C2D-60EC-D0E6-09434FAFA6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569" r="20873"/>
          <a:stretch/>
        </p:blipFill>
        <p:spPr>
          <a:xfrm>
            <a:off x="7566659" y="3423679"/>
            <a:ext cx="815341" cy="1389616"/>
          </a:xfrm>
          <a:prstGeom prst="rect">
            <a:avLst/>
          </a:prstGeom>
        </p:spPr>
      </p:pic>
      <p:pic>
        <p:nvPicPr>
          <p:cNvPr id="50" name="Imagen 49">
            <a:extLst>
              <a:ext uri="{FF2B5EF4-FFF2-40B4-BE49-F238E27FC236}">
                <a16:creationId xmlns:a16="http://schemas.microsoft.com/office/drawing/2014/main" id="{C8F22D75-187E-CAF1-8717-D5882F0DA2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554"/>
          <a:stretch/>
        </p:blipFill>
        <p:spPr>
          <a:xfrm>
            <a:off x="9349739" y="3423679"/>
            <a:ext cx="852343" cy="1389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2582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una sola esquina redondeada 1">
            <a:extLst>
              <a:ext uri="{FF2B5EF4-FFF2-40B4-BE49-F238E27FC236}">
                <a16:creationId xmlns:a16="http://schemas.microsoft.com/office/drawing/2014/main" id="{DA1E4B52-661F-F862-6A4D-3102B3A31BC0}"/>
              </a:ext>
            </a:extLst>
          </p:cNvPr>
          <p:cNvSpPr/>
          <p:nvPr/>
        </p:nvSpPr>
        <p:spPr>
          <a:xfrm rot="10800000" flipH="1">
            <a:off x="6620" y="-1"/>
            <a:ext cx="655990" cy="1868557"/>
          </a:xfrm>
          <a:prstGeom prst="round1Rect">
            <a:avLst/>
          </a:prstGeom>
          <a:solidFill>
            <a:srgbClr val="FFB71B"/>
          </a:solidFill>
          <a:ln>
            <a:solidFill>
              <a:srgbClr val="FFB7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BF4F2157-1315-B910-5F35-067693E1DA14}"/>
              </a:ext>
            </a:extLst>
          </p:cNvPr>
          <p:cNvCxnSpPr>
            <a:cxnSpLocks/>
            <a:endCxn id="6" idx="2"/>
          </p:cNvCxnSpPr>
          <p:nvPr/>
        </p:nvCxnSpPr>
        <p:spPr>
          <a:xfrm>
            <a:off x="655976" y="636104"/>
            <a:ext cx="2080591" cy="11899"/>
          </a:xfrm>
          <a:prstGeom prst="line">
            <a:avLst/>
          </a:prstGeom>
          <a:ln>
            <a:solidFill>
              <a:srgbClr val="FFB71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Imagen 4">
            <a:extLst>
              <a:ext uri="{FF2B5EF4-FFF2-40B4-BE49-F238E27FC236}">
                <a16:creationId xmlns:a16="http://schemas.microsoft.com/office/drawing/2014/main" id="{BC0D1814-46ED-7E4F-8435-878CBA0C79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8422" y="128600"/>
            <a:ext cx="2478165" cy="908991"/>
          </a:xfrm>
          <a:prstGeom prst="rect">
            <a:avLst/>
          </a:prstGeom>
        </p:spPr>
      </p:pic>
      <p:sp>
        <p:nvSpPr>
          <p:cNvPr id="6" name="Elipse 5">
            <a:extLst>
              <a:ext uri="{FF2B5EF4-FFF2-40B4-BE49-F238E27FC236}">
                <a16:creationId xmlns:a16="http://schemas.microsoft.com/office/drawing/2014/main" id="{7ECC33FB-DF35-9BB0-6276-2394643FE4CB}"/>
              </a:ext>
            </a:extLst>
          </p:cNvPr>
          <p:cNvSpPr/>
          <p:nvPr/>
        </p:nvSpPr>
        <p:spPr>
          <a:xfrm>
            <a:off x="2736567" y="602972"/>
            <a:ext cx="90061" cy="90061"/>
          </a:xfrm>
          <a:prstGeom prst="ellipse">
            <a:avLst/>
          </a:prstGeom>
          <a:solidFill>
            <a:srgbClr val="FFB71B"/>
          </a:solidFill>
          <a:ln>
            <a:solidFill>
              <a:srgbClr val="FFB7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" name="Rectángulo: una sola esquina redondeada 6">
            <a:extLst>
              <a:ext uri="{FF2B5EF4-FFF2-40B4-BE49-F238E27FC236}">
                <a16:creationId xmlns:a16="http://schemas.microsoft.com/office/drawing/2014/main" id="{5DE0A070-C739-3584-4A7C-A80F1080AAFF}"/>
              </a:ext>
            </a:extLst>
          </p:cNvPr>
          <p:cNvSpPr/>
          <p:nvPr/>
        </p:nvSpPr>
        <p:spPr>
          <a:xfrm flipH="1">
            <a:off x="11539181" y="4989443"/>
            <a:ext cx="652816" cy="1868557"/>
          </a:xfrm>
          <a:prstGeom prst="round1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A6E98A2E-A331-06DF-B640-71AB874B136A}"/>
              </a:ext>
            </a:extLst>
          </p:cNvPr>
          <p:cNvCxnSpPr/>
          <p:nvPr/>
        </p:nvCxnSpPr>
        <p:spPr>
          <a:xfrm>
            <a:off x="10983401" y="6376256"/>
            <a:ext cx="0" cy="324679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CuadroTexto 8">
            <a:extLst>
              <a:ext uri="{FF2B5EF4-FFF2-40B4-BE49-F238E27FC236}">
                <a16:creationId xmlns:a16="http://schemas.microsoft.com/office/drawing/2014/main" id="{1E919CBC-ADAB-BF9F-7051-2556C16C4991}"/>
              </a:ext>
            </a:extLst>
          </p:cNvPr>
          <p:cNvSpPr txBox="1"/>
          <p:nvPr/>
        </p:nvSpPr>
        <p:spPr>
          <a:xfrm>
            <a:off x="11092732" y="635393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/>
              <a:t>5</a:t>
            </a: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3657A686-11E7-ED38-56C4-7C55EFEC2B33}"/>
              </a:ext>
            </a:extLst>
          </p:cNvPr>
          <p:cNvSpPr/>
          <p:nvPr/>
        </p:nvSpPr>
        <p:spPr>
          <a:xfrm>
            <a:off x="437322" y="6331225"/>
            <a:ext cx="90061" cy="90061"/>
          </a:xfrm>
          <a:prstGeom prst="ellipse">
            <a:avLst/>
          </a:prstGeom>
          <a:solidFill>
            <a:srgbClr val="FFB71B"/>
          </a:solidFill>
          <a:ln>
            <a:solidFill>
              <a:srgbClr val="FFB7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A128B754-9FA2-FEF7-715A-D5B6822C4EC2}"/>
              </a:ext>
            </a:extLst>
          </p:cNvPr>
          <p:cNvSpPr/>
          <p:nvPr/>
        </p:nvSpPr>
        <p:spPr>
          <a:xfrm>
            <a:off x="620014" y="6331224"/>
            <a:ext cx="90061" cy="90061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08A84313-9AB7-9945-2232-F51041743B09}"/>
              </a:ext>
            </a:extLst>
          </p:cNvPr>
          <p:cNvSpPr/>
          <p:nvPr/>
        </p:nvSpPr>
        <p:spPr>
          <a:xfrm>
            <a:off x="802706" y="6331224"/>
            <a:ext cx="90061" cy="90061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8C2F8F9B-B2A2-B611-E4F5-038AEE674A0A}"/>
              </a:ext>
            </a:extLst>
          </p:cNvPr>
          <p:cNvSpPr txBox="1"/>
          <p:nvPr/>
        </p:nvSpPr>
        <p:spPr>
          <a:xfrm>
            <a:off x="1325880" y="1001580"/>
            <a:ext cx="95402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44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PERFIL DE EGRESO E INTERESES</a:t>
            </a: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3B676A3B-EF3D-8AE0-979C-0A3310ECEFFF}"/>
              </a:ext>
            </a:extLst>
          </p:cNvPr>
          <p:cNvCxnSpPr>
            <a:cxnSpLocks/>
          </p:cNvCxnSpPr>
          <p:nvPr/>
        </p:nvCxnSpPr>
        <p:spPr>
          <a:xfrm>
            <a:off x="5055704" y="1733852"/>
            <a:ext cx="2080591" cy="11899"/>
          </a:xfrm>
          <a:prstGeom prst="line">
            <a:avLst/>
          </a:prstGeom>
          <a:ln>
            <a:solidFill>
              <a:srgbClr val="FFB71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uadroTexto 15">
            <a:extLst>
              <a:ext uri="{FF2B5EF4-FFF2-40B4-BE49-F238E27FC236}">
                <a16:creationId xmlns:a16="http://schemas.microsoft.com/office/drawing/2014/main" id="{4488FB83-8520-588B-4D0F-E97459ECA01D}"/>
              </a:ext>
            </a:extLst>
          </p:cNvPr>
          <p:cNvSpPr txBox="1"/>
          <p:nvPr/>
        </p:nvSpPr>
        <p:spPr>
          <a:xfrm>
            <a:off x="6635583" y="2124598"/>
            <a:ext cx="38361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2400" b="1" dirty="0">
                <a:solidFill>
                  <a:schemeClr val="accent1">
                    <a:lumMod val="7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INTERESES</a:t>
            </a:r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42A716F2-E154-E077-B5B0-952721266722}"/>
              </a:ext>
            </a:extLst>
          </p:cNvPr>
          <p:cNvCxnSpPr>
            <a:cxnSpLocks/>
          </p:cNvCxnSpPr>
          <p:nvPr/>
        </p:nvCxnSpPr>
        <p:spPr>
          <a:xfrm flipH="1">
            <a:off x="6093017" y="2197741"/>
            <a:ext cx="2981" cy="3951599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CuadroTexto 24">
            <a:extLst>
              <a:ext uri="{FF2B5EF4-FFF2-40B4-BE49-F238E27FC236}">
                <a16:creationId xmlns:a16="http://schemas.microsoft.com/office/drawing/2014/main" id="{2660DF36-C5F2-44A0-18B4-086B2482A0AF}"/>
              </a:ext>
            </a:extLst>
          </p:cNvPr>
          <p:cNvSpPr txBox="1"/>
          <p:nvPr/>
        </p:nvSpPr>
        <p:spPr>
          <a:xfrm>
            <a:off x="1705001" y="2132218"/>
            <a:ext cx="38361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2400" b="1" dirty="0">
                <a:solidFill>
                  <a:schemeClr val="accent1">
                    <a:lumMod val="7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COMPETENCIAS</a:t>
            </a:r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E09DA473-DD95-029A-9D55-D67606878B33}"/>
              </a:ext>
            </a:extLst>
          </p:cNvPr>
          <p:cNvSpPr/>
          <p:nvPr/>
        </p:nvSpPr>
        <p:spPr>
          <a:xfrm>
            <a:off x="1709421" y="2781786"/>
            <a:ext cx="3839158" cy="636147"/>
          </a:xfrm>
          <a:prstGeom prst="round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DEA4A65A-D84B-246D-2D63-E8A2D56AEF09}"/>
              </a:ext>
            </a:extLst>
          </p:cNvPr>
          <p:cNvCxnSpPr/>
          <p:nvPr/>
        </p:nvCxnSpPr>
        <p:spPr>
          <a:xfrm>
            <a:off x="2395661" y="2947256"/>
            <a:ext cx="0" cy="324679"/>
          </a:xfrm>
          <a:prstGeom prst="line">
            <a:avLst/>
          </a:prstGeom>
          <a:ln>
            <a:solidFill>
              <a:srgbClr val="FFB71B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CuadroTexto 30">
            <a:extLst>
              <a:ext uri="{FF2B5EF4-FFF2-40B4-BE49-F238E27FC236}">
                <a16:creationId xmlns:a16="http://schemas.microsoft.com/office/drawing/2014/main" id="{4AE897D1-91DF-51DA-D73E-F6EB0E7D50A5}"/>
              </a:ext>
            </a:extLst>
          </p:cNvPr>
          <p:cNvSpPr txBox="1"/>
          <p:nvPr/>
        </p:nvSpPr>
        <p:spPr>
          <a:xfrm>
            <a:off x="2479481" y="2924929"/>
            <a:ext cx="29459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>
                <a:solidFill>
                  <a:schemeClr val="accent1">
                    <a:lumMod val="7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Desarrollo de software</a:t>
            </a:r>
          </a:p>
        </p:txBody>
      </p:sp>
      <p:sp>
        <p:nvSpPr>
          <p:cNvPr id="32" name="Rectángulo: esquinas redondeadas 31">
            <a:extLst>
              <a:ext uri="{FF2B5EF4-FFF2-40B4-BE49-F238E27FC236}">
                <a16:creationId xmlns:a16="http://schemas.microsoft.com/office/drawing/2014/main" id="{BB22511A-251F-BD72-6C4D-1C028EA030B3}"/>
              </a:ext>
            </a:extLst>
          </p:cNvPr>
          <p:cNvSpPr/>
          <p:nvPr/>
        </p:nvSpPr>
        <p:spPr>
          <a:xfrm>
            <a:off x="6644855" y="2781786"/>
            <a:ext cx="3839158" cy="636147"/>
          </a:xfrm>
          <a:prstGeom prst="round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C6E3C202-F2A8-F547-1EEC-FFF3125779C3}"/>
              </a:ext>
            </a:extLst>
          </p:cNvPr>
          <p:cNvCxnSpPr/>
          <p:nvPr/>
        </p:nvCxnSpPr>
        <p:spPr>
          <a:xfrm>
            <a:off x="7331095" y="2947256"/>
            <a:ext cx="0" cy="324679"/>
          </a:xfrm>
          <a:prstGeom prst="line">
            <a:avLst/>
          </a:prstGeom>
          <a:ln>
            <a:solidFill>
              <a:srgbClr val="FFB71B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CuadroTexto 33">
            <a:extLst>
              <a:ext uri="{FF2B5EF4-FFF2-40B4-BE49-F238E27FC236}">
                <a16:creationId xmlns:a16="http://schemas.microsoft.com/office/drawing/2014/main" id="{A5348329-63DA-092B-EA51-35CE93E5DBAC}"/>
              </a:ext>
            </a:extLst>
          </p:cNvPr>
          <p:cNvSpPr txBox="1"/>
          <p:nvPr/>
        </p:nvSpPr>
        <p:spPr>
          <a:xfrm>
            <a:off x="7414915" y="2924929"/>
            <a:ext cx="29459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>
                <a:solidFill>
                  <a:schemeClr val="accent1">
                    <a:lumMod val="7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Desarrollo web</a:t>
            </a:r>
          </a:p>
        </p:txBody>
      </p:sp>
      <p:sp>
        <p:nvSpPr>
          <p:cNvPr id="35" name="Rectángulo: esquinas redondeadas 34">
            <a:extLst>
              <a:ext uri="{FF2B5EF4-FFF2-40B4-BE49-F238E27FC236}">
                <a16:creationId xmlns:a16="http://schemas.microsoft.com/office/drawing/2014/main" id="{63CDA7D2-9C3F-4BE1-CC73-E2EA130D40BD}"/>
              </a:ext>
            </a:extLst>
          </p:cNvPr>
          <p:cNvSpPr/>
          <p:nvPr/>
        </p:nvSpPr>
        <p:spPr>
          <a:xfrm>
            <a:off x="6644855" y="3651219"/>
            <a:ext cx="3839158" cy="636147"/>
          </a:xfrm>
          <a:prstGeom prst="round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cxnSp>
        <p:nvCxnSpPr>
          <p:cNvPr id="36" name="Conector recto 35">
            <a:extLst>
              <a:ext uri="{FF2B5EF4-FFF2-40B4-BE49-F238E27FC236}">
                <a16:creationId xmlns:a16="http://schemas.microsoft.com/office/drawing/2014/main" id="{59CF6552-DD79-4879-AC4B-AA2CC09121C0}"/>
              </a:ext>
            </a:extLst>
          </p:cNvPr>
          <p:cNvCxnSpPr/>
          <p:nvPr/>
        </p:nvCxnSpPr>
        <p:spPr>
          <a:xfrm>
            <a:off x="7331095" y="3816689"/>
            <a:ext cx="0" cy="324679"/>
          </a:xfrm>
          <a:prstGeom prst="line">
            <a:avLst/>
          </a:prstGeom>
          <a:ln>
            <a:solidFill>
              <a:srgbClr val="FFB71B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CuadroTexto 36">
            <a:extLst>
              <a:ext uri="{FF2B5EF4-FFF2-40B4-BE49-F238E27FC236}">
                <a16:creationId xmlns:a16="http://schemas.microsoft.com/office/drawing/2014/main" id="{AD27C2CC-38E0-A20D-D9B7-D35F4B0BDE5B}"/>
              </a:ext>
            </a:extLst>
          </p:cNvPr>
          <p:cNvSpPr txBox="1"/>
          <p:nvPr/>
        </p:nvSpPr>
        <p:spPr>
          <a:xfrm>
            <a:off x="7414915" y="3794362"/>
            <a:ext cx="29459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>
                <a:solidFill>
                  <a:schemeClr val="accent1">
                    <a:lumMod val="7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Bases de datos</a:t>
            </a:r>
          </a:p>
        </p:txBody>
      </p:sp>
      <p:sp>
        <p:nvSpPr>
          <p:cNvPr id="38" name="Rectángulo: esquinas redondeadas 37">
            <a:extLst>
              <a:ext uri="{FF2B5EF4-FFF2-40B4-BE49-F238E27FC236}">
                <a16:creationId xmlns:a16="http://schemas.microsoft.com/office/drawing/2014/main" id="{5E8738E8-0CDE-274E-D06B-48F7C7A6A173}"/>
              </a:ext>
            </a:extLst>
          </p:cNvPr>
          <p:cNvSpPr/>
          <p:nvPr/>
        </p:nvSpPr>
        <p:spPr>
          <a:xfrm>
            <a:off x="6644855" y="4505981"/>
            <a:ext cx="3839158" cy="636147"/>
          </a:xfrm>
          <a:prstGeom prst="round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7788E7CA-1F72-F7B9-8C3C-EB387BDA22D9}"/>
              </a:ext>
            </a:extLst>
          </p:cNvPr>
          <p:cNvCxnSpPr/>
          <p:nvPr/>
        </p:nvCxnSpPr>
        <p:spPr>
          <a:xfrm>
            <a:off x="7331095" y="4671451"/>
            <a:ext cx="0" cy="324679"/>
          </a:xfrm>
          <a:prstGeom prst="line">
            <a:avLst/>
          </a:prstGeom>
          <a:ln>
            <a:solidFill>
              <a:srgbClr val="FFB71B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CuadroTexto 39">
            <a:extLst>
              <a:ext uri="{FF2B5EF4-FFF2-40B4-BE49-F238E27FC236}">
                <a16:creationId xmlns:a16="http://schemas.microsoft.com/office/drawing/2014/main" id="{AFA0C32A-52AB-EC89-126B-EDBE2D5A3CC5}"/>
              </a:ext>
            </a:extLst>
          </p:cNvPr>
          <p:cNvSpPr txBox="1"/>
          <p:nvPr/>
        </p:nvSpPr>
        <p:spPr>
          <a:xfrm>
            <a:off x="7414915" y="4649124"/>
            <a:ext cx="29459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>
                <a:solidFill>
                  <a:schemeClr val="accent1">
                    <a:lumMod val="7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Gestión TI</a:t>
            </a:r>
          </a:p>
        </p:txBody>
      </p:sp>
      <p:sp>
        <p:nvSpPr>
          <p:cNvPr id="41" name="Rectángulo: esquinas redondeadas 40">
            <a:extLst>
              <a:ext uri="{FF2B5EF4-FFF2-40B4-BE49-F238E27FC236}">
                <a16:creationId xmlns:a16="http://schemas.microsoft.com/office/drawing/2014/main" id="{0023DAF7-7FA9-8257-6474-02B2E6AB4345}"/>
              </a:ext>
            </a:extLst>
          </p:cNvPr>
          <p:cNvSpPr/>
          <p:nvPr/>
        </p:nvSpPr>
        <p:spPr>
          <a:xfrm>
            <a:off x="6644855" y="5367406"/>
            <a:ext cx="3839158" cy="636147"/>
          </a:xfrm>
          <a:prstGeom prst="round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cxnSp>
        <p:nvCxnSpPr>
          <p:cNvPr id="42" name="Conector recto 41">
            <a:extLst>
              <a:ext uri="{FF2B5EF4-FFF2-40B4-BE49-F238E27FC236}">
                <a16:creationId xmlns:a16="http://schemas.microsoft.com/office/drawing/2014/main" id="{45D18168-1331-62A4-08F4-76C4024CE369}"/>
              </a:ext>
            </a:extLst>
          </p:cNvPr>
          <p:cNvCxnSpPr/>
          <p:nvPr/>
        </p:nvCxnSpPr>
        <p:spPr>
          <a:xfrm>
            <a:off x="7331095" y="5532876"/>
            <a:ext cx="0" cy="324679"/>
          </a:xfrm>
          <a:prstGeom prst="line">
            <a:avLst/>
          </a:prstGeom>
          <a:ln>
            <a:solidFill>
              <a:srgbClr val="FFB71B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CuadroTexto 42">
            <a:extLst>
              <a:ext uri="{FF2B5EF4-FFF2-40B4-BE49-F238E27FC236}">
                <a16:creationId xmlns:a16="http://schemas.microsoft.com/office/drawing/2014/main" id="{B2BBB283-7A94-4A5D-B480-ADA5ACFBFD07}"/>
              </a:ext>
            </a:extLst>
          </p:cNvPr>
          <p:cNvSpPr txBox="1"/>
          <p:nvPr/>
        </p:nvSpPr>
        <p:spPr>
          <a:xfrm>
            <a:off x="7414915" y="5510549"/>
            <a:ext cx="29459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>
                <a:solidFill>
                  <a:schemeClr val="accent1">
                    <a:lumMod val="7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Calidad de software</a:t>
            </a:r>
          </a:p>
        </p:txBody>
      </p:sp>
      <p:sp>
        <p:nvSpPr>
          <p:cNvPr id="44" name="Rectángulo: esquinas redondeadas 43">
            <a:extLst>
              <a:ext uri="{FF2B5EF4-FFF2-40B4-BE49-F238E27FC236}">
                <a16:creationId xmlns:a16="http://schemas.microsoft.com/office/drawing/2014/main" id="{EF6FCA58-A1F7-7540-FF46-6B205437DF45}"/>
              </a:ext>
            </a:extLst>
          </p:cNvPr>
          <p:cNvSpPr/>
          <p:nvPr/>
        </p:nvSpPr>
        <p:spPr>
          <a:xfrm>
            <a:off x="1709421" y="3675003"/>
            <a:ext cx="3839158" cy="636147"/>
          </a:xfrm>
          <a:prstGeom prst="round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cxnSp>
        <p:nvCxnSpPr>
          <p:cNvPr id="45" name="Conector recto 44">
            <a:extLst>
              <a:ext uri="{FF2B5EF4-FFF2-40B4-BE49-F238E27FC236}">
                <a16:creationId xmlns:a16="http://schemas.microsoft.com/office/drawing/2014/main" id="{FE2CD966-1944-2AF0-34F2-B70C5D3FFFDD}"/>
              </a:ext>
            </a:extLst>
          </p:cNvPr>
          <p:cNvCxnSpPr/>
          <p:nvPr/>
        </p:nvCxnSpPr>
        <p:spPr>
          <a:xfrm>
            <a:off x="2395661" y="3840473"/>
            <a:ext cx="0" cy="324679"/>
          </a:xfrm>
          <a:prstGeom prst="line">
            <a:avLst/>
          </a:prstGeom>
          <a:ln>
            <a:solidFill>
              <a:srgbClr val="FFB71B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CuadroTexto 45">
            <a:extLst>
              <a:ext uri="{FF2B5EF4-FFF2-40B4-BE49-F238E27FC236}">
                <a16:creationId xmlns:a16="http://schemas.microsoft.com/office/drawing/2014/main" id="{914117CD-1193-D006-0C77-4BBB671A392D}"/>
              </a:ext>
            </a:extLst>
          </p:cNvPr>
          <p:cNvSpPr txBox="1"/>
          <p:nvPr/>
        </p:nvSpPr>
        <p:spPr>
          <a:xfrm>
            <a:off x="2479481" y="3818146"/>
            <a:ext cx="29459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>
                <a:solidFill>
                  <a:schemeClr val="accent1">
                    <a:lumMod val="7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Modelamiento de datos</a:t>
            </a:r>
          </a:p>
        </p:txBody>
      </p:sp>
      <p:sp>
        <p:nvSpPr>
          <p:cNvPr id="47" name="Rectángulo: esquinas redondeadas 46">
            <a:extLst>
              <a:ext uri="{FF2B5EF4-FFF2-40B4-BE49-F238E27FC236}">
                <a16:creationId xmlns:a16="http://schemas.microsoft.com/office/drawing/2014/main" id="{7508867F-6CA7-8D2A-4DA1-8FF2AD1E9EF8}"/>
              </a:ext>
            </a:extLst>
          </p:cNvPr>
          <p:cNvSpPr/>
          <p:nvPr/>
        </p:nvSpPr>
        <p:spPr>
          <a:xfrm>
            <a:off x="1709421" y="4529765"/>
            <a:ext cx="3839158" cy="636147"/>
          </a:xfrm>
          <a:prstGeom prst="round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cxnSp>
        <p:nvCxnSpPr>
          <p:cNvPr id="48" name="Conector recto 47">
            <a:extLst>
              <a:ext uri="{FF2B5EF4-FFF2-40B4-BE49-F238E27FC236}">
                <a16:creationId xmlns:a16="http://schemas.microsoft.com/office/drawing/2014/main" id="{57A6DD32-D37D-D134-14F3-ADCDBBCD8162}"/>
              </a:ext>
            </a:extLst>
          </p:cNvPr>
          <p:cNvCxnSpPr/>
          <p:nvPr/>
        </p:nvCxnSpPr>
        <p:spPr>
          <a:xfrm>
            <a:off x="2395661" y="4695235"/>
            <a:ext cx="0" cy="324679"/>
          </a:xfrm>
          <a:prstGeom prst="line">
            <a:avLst/>
          </a:prstGeom>
          <a:ln>
            <a:solidFill>
              <a:srgbClr val="FFB71B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CuadroTexto 48">
            <a:extLst>
              <a:ext uri="{FF2B5EF4-FFF2-40B4-BE49-F238E27FC236}">
                <a16:creationId xmlns:a16="http://schemas.microsoft.com/office/drawing/2014/main" id="{5286D6AD-8D59-5366-5A8E-A2BA5BF5DDB9}"/>
              </a:ext>
            </a:extLst>
          </p:cNvPr>
          <p:cNvSpPr txBox="1"/>
          <p:nvPr/>
        </p:nvSpPr>
        <p:spPr>
          <a:xfrm>
            <a:off x="2479481" y="4672908"/>
            <a:ext cx="29459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>
                <a:solidFill>
                  <a:schemeClr val="accent1">
                    <a:lumMod val="7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Gestión de proyectos</a:t>
            </a:r>
          </a:p>
        </p:txBody>
      </p:sp>
      <p:sp>
        <p:nvSpPr>
          <p:cNvPr id="50" name="Rectángulo: esquinas redondeadas 49">
            <a:extLst>
              <a:ext uri="{FF2B5EF4-FFF2-40B4-BE49-F238E27FC236}">
                <a16:creationId xmlns:a16="http://schemas.microsoft.com/office/drawing/2014/main" id="{1DB9C2E3-BF23-C2CD-1E1D-83A50A8526A5}"/>
              </a:ext>
            </a:extLst>
          </p:cNvPr>
          <p:cNvSpPr/>
          <p:nvPr/>
        </p:nvSpPr>
        <p:spPr>
          <a:xfrm>
            <a:off x="1709421" y="5391190"/>
            <a:ext cx="3839158" cy="636147"/>
          </a:xfrm>
          <a:prstGeom prst="round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cxnSp>
        <p:nvCxnSpPr>
          <p:cNvPr id="51" name="Conector recto 50">
            <a:extLst>
              <a:ext uri="{FF2B5EF4-FFF2-40B4-BE49-F238E27FC236}">
                <a16:creationId xmlns:a16="http://schemas.microsoft.com/office/drawing/2014/main" id="{F8E0E68F-F8BD-B5F3-7186-8ECEF11C5B8D}"/>
              </a:ext>
            </a:extLst>
          </p:cNvPr>
          <p:cNvCxnSpPr/>
          <p:nvPr/>
        </p:nvCxnSpPr>
        <p:spPr>
          <a:xfrm>
            <a:off x="2395661" y="5556660"/>
            <a:ext cx="0" cy="324679"/>
          </a:xfrm>
          <a:prstGeom prst="line">
            <a:avLst/>
          </a:prstGeom>
          <a:ln>
            <a:solidFill>
              <a:srgbClr val="FFB71B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CuadroTexto 51">
            <a:extLst>
              <a:ext uri="{FF2B5EF4-FFF2-40B4-BE49-F238E27FC236}">
                <a16:creationId xmlns:a16="http://schemas.microsoft.com/office/drawing/2014/main" id="{DF896161-903B-42BE-A21F-5E08579ADDC6}"/>
              </a:ext>
            </a:extLst>
          </p:cNvPr>
          <p:cNvSpPr txBox="1"/>
          <p:nvPr/>
        </p:nvSpPr>
        <p:spPr>
          <a:xfrm>
            <a:off x="2479481" y="5534333"/>
            <a:ext cx="29459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>
                <a:solidFill>
                  <a:schemeClr val="accent1">
                    <a:lumMod val="7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Pruebas de calidad</a:t>
            </a:r>
          </a:p>
        </p:txBody>
      </p:sp>
      <p:pic>
        <p:nvPicPr>
          <p:cNvPr id="53" name="Imagen 52">
            <a:extLst>
              <a:ext uri="{FF2B5EF4-FFF2-40B4-BE49-F238E27FC236}">
                <a16:creationId xmlns:a16="http://schemas.microsoft.com/office/drawing/2014/main" id="{28F72BDB-2B84-3F36-A7CC-87B56E5AF3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3403" y="5449274"/>
            <a:ext cx="528439" cy="528439"/>
          </a:xfrm>
          <a:prstGeom prst="rect">
            <a:avLst/>
          </a:prstGeom>
        </p:spPr>
      </p:pic>
      <p:pic>
        <p:nvPicPr>
          <p:cNvPr id="54" name="Imagen 53">
            <a:extLst>
              <a:ext uri="{FF2B5EF4-FFF2-40B4-BE49-F238E27FC236}">
                <a16:creationId xmlns:a16="http://schemas.microsoft.com/office/drawing/2014/main" id="{73DF820C-818A-BD90-2579-E1A97575E38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7210" y="3697760"/>
            <a:ext cx="673785" cy="673785"/>
          </a:xfrm>
          <a:prstGeom prst="rect">
            <a:avLst/>
          </a:prstGeom>
        </p:spPr>
      </p:pic>
      <p:pic>
        <p:nvPicPr>
          <p:cNvPr id="55" name="Imagen 54">
            <a:extLst>
              <a:ext uri="{FF2B5EF4-FFF2-40B4-BE49-F238E27FC236}">
                <a16:creationId xmlns:a16="http://schemas.microsoft.com/office/drawing/2014/main" id="{34A8841B-795B-80F7-641F-077C027833D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6271" y="4529765"/>
            <a:ext cx="673785" cy="673785"/>
          </a:xfrm>
          <a:prstGeom prst="rect">
            <a:avLst/>
          </a:prstGeom>
        </p:spPr>
      </p:pic>
      <p:pic>
        <p:nvPicPr>
          <p:cNvPr id="58" name="Imagen 57">
            <a:extLst>
              <a:ext uri="{FF2B5EF4-FFF2-40B4-BE49-F238E27FC236}">
                <a16:creationId xmlns:a16="http://schemas.microsoft.com/office/drawing/2014/main" id="{64C99D3E-785D-B7B4-48BC-191FEB46BF6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8521" y="5432259"/>
            <a:ext cx="543000" cy="543000"/>
          </a:xfrm>
          <a:prstGeom prst="rect">
            <a:avLst/>
          </a:prstGeom>
        </p:spPr>
      </p:pic>
      <p:pic>
        <p:nvPicPr>
          <p:cNvPr id="60" name="Imagen 59">
            <a:extLst>
              <a:ext uri="{FF2B5EF4-FFF2-40B4-BE49-F238E27FC236}">
                <a16:creationId xmlns:a16="http://schemas.microsoft.com/office/drawing/2014/main" id="{2C2EDCEF-AE24-01A4-9197-D2C5E970D79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7845" y="2835213"/>
            <a:ext cx="589396" cy="589396"/>
          </a:xfrm>
          <a:prstGeom prst="rect">
            <a:avLst/>
          </a:prstGeom>
        </p:spPr>
      </p:pic>
      <p:pic>
        <p:nvPicPr>
          <p:cNvPr id="62" name="Imagen 61">
            <a:extLst>
              <a:ext uri="{FF2B5EF4-FFF2-40B4-BE49-F238E27FC236}">
                <a16:creationId xmlns:a16="http://schemas.microsoft.com/office/drawing/2014/main" id="{26E6C59C-820E-ED26-99E6-802BBA5CFC2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2955" y="3698996"/>
            <a:ext cx="618850" cy="618850"/>
          </a:xfrm>
          <a:prstGeom prst="rect">
            <a:avLst/>
          </a:prstGeom>
        </p:spPr>
      </p:pic>
      <p:pic>
        <p:nvPicPr>
          <p:cNvPr id="64" name="Imagen 63">
            <a:extLst>
              <a:ext uri="{FF2B5EF4-FFF2-40B4-BE49-F238E27FC236}">
                <a16:creationId xmlns:a16="http://schemas.microsoft.com/office/drawing/2014/main" id="{FBB6A91A-44F6-5E2D-AA5D-2F50B55183F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465" y="4555594"/>
            <a:ext cx="543000" cy="543000"/>
          </a:xfrm>
          <a:prstGeom prst="rect">
            <a:avLst/>
          </a:prstGeom>
        </p:spPr>
      </p:pic>
      <p:pic>
        <p:nvPicPr>
          <p:cNvPr id="66" name="Imagen 65">
            <a:extLst>
              <a:ext uri="{FF2B5EF4-FFF2-40B4-BE49-F238E27FC236}">
                <a16:creationId xmlns:a16="http://schemas.microsoft.com/office/drawing/2014/main" id="{6C22D47E-621B-E392-526B-D2B685BE076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1041" y="2849125"/>
            <a:ext cx="543000" cy="5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2758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una sola esquina redondeada 1">
            <a:extLst>
              <a:ext uri="{FF2B5EF4-FFF2-40B4-BE49-F238E27FC236}">
                <a16:creationId xmlns:a16="http://schemas.microsoft.com/office/drawing/2014/main" id="{DA1E4B52-661F-F862-6A4D-3102B3A31BC0}"/>
              </a:ext>
            </a:extLst>
          </p:cNvPr>
          <p:cNvSpPr/>
          <p:nvPr/>
        </p:nvSpPr>
        <p:spPr>
          <a:xfrm rot="10800000" flipH="1">
            <a:off x="6620" y="-1"/>
            <a:ext cx="655990" cy="1868557"/>
          </a:xfrm>
          <a:prstGeom prst="round1Rect">
            <a:avLst/>
          </a:prstGeom>
          <a:solidFill>
            <a:srgbClr val="FFB71B"/>
          </a:solidFill>
          <a:ln>
            <a:solidFill>
              <a:srgbClr val="FFB7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BF4F2157-1315-B910-5F35-067693E1DA14}"/>
              </a:ext>
            </a:extLst>
          </p:cNvPr>
          <p:cNvCxnSpPr>
            <a:cxnSpLocks/>
            <a:endCxn id="6" idx="2"/>
          </p:cNvCxnSpPr>
          <p:nvPr/>
        </p:nvCxnSpPr>
        <p:spPr>
          <a:xfrm>
            <a:off x="655976" y="636104"/>
            <a:ext cx="2080591" cy="11899"/>
          </a:xfrm>
          <a:prstGeom prst="line">
            <a:avLst/>
          </a:prstGeom>
          <a:ln>
            <a:solidFill>
              <a:srgbClr val="FFB71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Imagen 4">
            <a:extLst>
              <a:ext uri="{FF2B5EF4-FFF2-40B4-BE49-F238E27FC236}">
                <a16:creationId xmlns:a16="http://schemas.microsoft.com/office/drawing/2014/main" id="{BC0D1814-46ED-7E4F-8435-878CBA0C79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8422" y="128600"/>
            <a:ext cx="2478165" cy="908991"/>
          </a:xfrm>
          <a:prstGeom prst="rect">
            <a:avLst/>
          </a:prstGeom>
        </p:spPr>
      </p:pic>
      <p:sp>
        <p:nvSpPr>
          <p:cNvPr id="6" name="Elipse 5">
            <a:extLst>
              <a:ext uri="{FF2B5EF4-FFF2-40B4-BE49-F238E27FC236}">
                <a16:creationId xmlns:a16="http://schemas.microsoft.com/office/drawing/2014/main" id="{7ECC33FB-DF35-9BB0-6276-2394643FE4CB}"/>
              </a:ext>
            </a:extLst>
          </p:cNvPr>
          <p:cNvSpPr/>
          <p:nvPr/>
        </p:nvSpPr>
        <p:spPr>
          <a:xfrm>
            <a:off x="2736567" y="602972"/>
            <a:ext cx="90061" cy="90061"/>
          </a:xfrm>
          <a:prstGeom prst="ellipse">
            <a:avLst/>
          </a:prstGeom>
          <a:solidFill>
            <a:srgbClr val="FFB71B"/>
          </a:solidFill>
          <a:ln>
            <a:solidFill>
              <a:srgbClr val="FFB7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" name="Rectángulo: una sola esquina redondeada 6">
            <a:extLst>
              <a:ext uri="{FF2B5EF4-FFF2-40B4-BE49-F238E27FC236}">
                <a16:creationId xmlns:a16="http://schemas.microsoft.com/office/drawing/2014/main" id="{5DE0A070-C739-3584-4A7C-A80F1080AAFF}"/>
              </a:ext>
            </a:extLst>
          </p:cNvPr>
          <p:cNvSpPr/>
          <p:nvPr/>
        </p:nvSpPr>
        <p:spPr>
          <a:xfrm flipH="1">
            <a:off x="11539181" y="4989443"/>
            <a:ext cx="652816" cy="1868557"/>
          </a:xfrm>
          <a:prstGeom prst="round1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A6E98A2E-A331-06DF-B640-71AB874B136A}"/>
              </a:ext>
            </a:extLst>
          </p:cNvPr>
          <p:cNvCxnSpPr/>
          <p:nvPr/>
        </p:nvCxnSpPr>
        <p:spPr>
          <a:xfrm>
            <a:off x="10983401" y="6376256"/>
            <a:ext cx="0" cy="324679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CuadroTexto 8">
            <a:extLst>
              <a:ext uri="{FF2B5EF4-FFF2-40B4-BE49-F238E27FC236}">
                <a16:creationId xmlns:a16="http://schemas.microsoft.com/office/drawing/2014/main" id="{1E919CBC-ADAB-BF9F-7051-2556C16C4991}"/>
              </a:ext>
            </a:extLst>
          </p:cNvPr>
          <p:cNvSpPr txBox="1"/>
          <p:nvPr/>
        </p:nvSpPr>
        <p:spPr>
          <a:xfrm>
            <a:off x="11092732" y="635393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/>
              <a:t>6</a:t>
            </a: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3657A686-11E7-ED38-56C4-7C55EFEC2B33}"/>
              </a:ext>
            </a:extLst>
          </p:cNvPr>
          <p:cNvSpPr/>
          <p:nvPr/>
        </p:nvSpPr>
        <p:spPr>
          <a:xfrm>
            <a:off x="437322" y="6331225"/>
            <a:ext cx="90061" cy="90061"/>
          </a:xfrm>
          <a:prstGeom prst="ellipse">
            <a:avLst/>
          </a:prstGeom>
          <a:solidFill>
            <a:srgbClr val="FFB71B"/>
          </a:solidFill>
          <a:ln>
            <a:solidFill>
              <a:srgbClr val="FFB7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A128B754-9FA2-FEF7-715A-D5B6822C4EC2}"/>
              </a:ext>
            </a:extLst>
          </p:cNvPr>
          <p:cNvSpPr/>
          <p:nvPr/>
        </p:nvSpPr>
        <p:spPr>
          <a:xfrm>
            <a:off x="620014" y="6331224"/>
            <a:ext cx="90061" cy="90061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08A84313-9AB7-9945-2232-F51041743B09}"/>
              </a:ext>
            </a:extLst>
          </p:cNvPr>
          <p:cNvSpPr/>
          <p:nvPr/>
        </p:nvSpPr>
        <p:spPr>
          <a:xfrm>
            <a:off x="802706" y="6331224"/>
            <a:ext cx="90061" cy="90061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885A242B-000F-00A9-7169-F3C6CDAAEBF9}"/>
              </a:ext>
            </a:extLst>
          </p:cNvPr>
          <p:cNvSpPr txBox="1"/>
          <p:nvPr/>
        </p:nvSpPr>
        <p:spPr>
          <a:xfrm>
            <a:off x="1325880" y="1001580"/>
            <a:ext cx="95402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44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FACTIBILIDAD</a:t>
            </a: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E87F259C-B6E6-7DC3-26A5-EAD12CE490A5}"/>
              </a:ext>
            </a:extLst>
          </p:cNvPr>
          <p:cNvCxnSpPr>
            <a:cxnSpLocks/>
          </p:cNvCxnSpPr>
          <p:nvPr/>
        </p:nvCxnSpPr>
        <p:spPr>
          <a:xfrm>
            <a:off x="5055704" y="1733852"/>
            <a:ext cx="2080591" cy="11899"/>
          </a:xfrm>
          <a:prstGeom prst="line">
            <a:avLst/>
          </a:prstGeom>
          <a:ln>
            <a:solidFill>
              <a:srgbClr val="FFB71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480D4E82-6C21-D353-2596-4C3BA84C0B44}"/>
              </a:ext>
            </a:extLst>
          </p:cNvPr>
          <p:cNvSpPr/>
          <p:nvPr/>
        </p:nvSpPr>
        <p:spPr>
          <a:xfrm>
            <a:off x="1986773" y="4978414"/>
            <a:ext cx="8218452" cy="135808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9D98E219-AF93-EC72-CA8C-976F02214E20}"/>
              </a:ext>
            </a:extLst>
          </p:cNvPr>
          <p:cNvSpPr/>
          <p:nvPr/>
        </p:nvSpPr>
        <p:spPr>
          <a:xfrm>
            <a:off x="4720589" y="2187171"/>
            <a:ext cx="2750820" cy="2320197"/>
          </a:xfrm>
          <a:prstGeom prst="round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CE1C25C0-DE49-B490-8090-521237C8E311}"/>
              </a:ext>
            </a:extLst>
          </p:cNvPr>
          <p:cNvCxnSpPr>
            <a:cxnSpLocks/>
          </p:cNvCxnSpPr>
          <p:nvPr/>
        </p:nvCxnSpPr>
        <p:spPr>
          <a:xfrm>
            <a:off x="1994393" y="5673392"/>
            <a:ext cx="821845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0104A922-C176-D188-3F8A-F2655D32636A}"/>
              </a:ext>
            </a:extLst>
          </p:cNvPr>
          <p:cNvCxnSpPr>
            <a:cxnSpLocks/>
          </p:cNvCxnSpPr>
          <p:nvPr/>
        </p:nvCxnSpPr>
        <p:spPr>
          <a:xfrm>
            <a:off x="5545371" y="4248480"/>
            <a:ext cx="1040295" cy="0"/>
          </a:xfrm>
          <a:prstGeom prst="line">
            <a:avLst/>
          </a:prstGeom>
          <a:ln>
            <a:solidFill>
              <a:srgbClr val="FFB71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CuadroTexto 26">
            <a:extLst>
              <a:ext uri="{FF2B5EF4-FFF2-40B4-BE49-F238E27FC236}">
                <a16:creationId xmlns:a16="http://schemas.microsoft.com/office/drawing/2014/main" id="{4C3D10C4-EC5B-0969-7A35-4B43E4169B59}"/>
              </a:ext>
            </a:extLst>
          </p:cNvPr>
          <p:cNvSpPr txBox="1"/>
          <p:nvPr/>
        </p:nvSpPr>
        <p:spPr>
          <a:xfrm>
            <a:off x="4720589" y="3776233"/>
            <a:ext cx="27508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b="1" dirty="0">
                <a:solidFill>
                  <a:schemeClr val="accent1">
                    <a:lumMod val="7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Experiencia previa</a:t>
            </a:r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F8D9F9C8-A64E-DB5A-6C8C-165AB08AA442}"/>
              </a:ext>
            </a:extLst>
          </p:cNvPr>
          <p:cNvSpPr/>
          <p:nvPr/>
        </p:nvSpPr>
        <p:spPr>
          <a:xfrm>
            <a:off x="7730489" y="2187171"/>
            <a:ext cx="2750820" cy="2320197"/>
          </a:xfrm>
          <a:prstGeom prst="round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3CC2A3CE-3ED4-73B9-66DF-108196C371E1}"/>
              </a:ext>
            </a:extLst>
          </p:cNvPr>
          <p:cNvCxnSpPr>
            <a:cxnSpLocks/>
          </p:cNvCxnSpPr>
          <p:nvPr/>
        </p:nvCxnSpPr>
        <p:spPr>
          <a:xfrm>
            <a:off x="8555271" y="4248480"/>
            <a:ext cx="1040295" cy="0"/>
          </a:xfrm>
          <a:prstGeom prst="line">
            <a:avLst/>
          </a:prstGeom>
          <a:ln>
            <a:solidFill>
              <a:srgbClr val="FFB71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CuadroTexto 29">
            <a:extLst>
              <a:ext uri="{FF2B5EF4-FFF2-40B4-BE49-F238E27FC236}">
                <a16:creationId xmlns:a16="http://schemas.microsoft.com/office/drawing/2014/main" id="{364CFAFD-608B-6493-7A17-A0D7EBE1AE72}"/>
              </a:ext>
            </a:extLst>
          </p:cNvPr>
          <p:cNvSpPr txBox="1"/>
          <p:nvPr/>
        </p:nvSpPr>
        <p:spPr>
          <a:xfrm>
            <a:off x="7730489" y="3776233"/>
            <a:ext cx="27508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b="1" dirty="0">
                <a:solidFill>
                  <a:schemeClr val="accent1">
                    <a:lumMod val="7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Alcance y tiempo</a:t>
            </a:r>
          </a:p>
        </p:txBody>
      </p:sp>
      <p:sp>
        <p:nvSpPr>
          <p:cNvPr id="31" name="Rectángulo: esquinas redondeadas 30">
            <a:extLst>
              <a:ext uri="{FF2B5EF4-FFF2-40B4-BE49-F238E27FC236}">
                <a16:creationId xmlns:a16="http://schemas.microsoft.com/office/drawing/2014/main" id="{CFD58FD2-5B80-5B0F-10AA-FA7CBB0B2323}"/>
              </a:ext>
            </a:extLst>
          </p:cNvPr>
          <p:cNvSpPr/>
          <p:nvPr/>
        </p:nvSpPr>
        <p:spPr>
          <a:xfrm>
            <a:off x="1710689" y="2200938"/>
            <a:ext cx="2750820" cy="2320197"/>
          </a:xfrm>
          <a:prstGeom prst="round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cxnSp>
        <p:nvCxnSpPr>
          <p:cNvPr id="32" name="Conector recto 31">
            <a:extLst>
              <a:ext uri="{FF2B5EF4-FFF2-40B4-BE49-F238E27FC236}">
                <a16:creationId xmlns:a16="http://schemas.microsoft.com/office/drawing/2014/main" id="{668889BF-2D07-DCDD-716D-2A0D86AB5A5F}"/>
              </a:ext>
            </a:extLst>
          </p:cNvPr>
          <p:cNvCxnSpPr>
            <a:cxnSpLocks/>
          </p:cNvCxnSpPr>
          <p:nvPr/>
        </p:nvCxnSpPr>
        <p:spPr>
          <a:xfrm>
            <a:off x="2535471" y="4262247"/>
            <a:ext cx="1040295" cy="0"/>
          </a:xfrm>
          <a:prstGeom prst="line">
            <a:avLst/>
          </a:prstGeom>
          <a:ln>
            <a:solidFill>
              <a:srgbClr val="FFB71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CuadroTexto 32">
            <a:extLst>
              <a:ext uri="{FF2B5EF4-FFF2-40B4-BE49-F238E27FC236}">
                <a16:creationId xmlns:a16="http://schemas.microsoft.com/office/drawing/2014/main" id="{F316FE40-5C63-7C21-A0CD-70ACA7A85897}"/>
              </a:ext>
            </a:extLst>
          </p:cNvPr>
          <p:cNvSpPr txBox="1"/>
          <p:nvPr/>
        </p:nvSpPr>
        <p:spPr>
          <a:xfrm>
            <a:off x="1710689" y="3790000"/>
            <a:ext cx="27508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b="1" dirty="0">
                <a:solidFill>
                  <a:schemeClr val="accent1">
                    <a:lumMod val="7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Recursos disponibles</a:t>
            </a:r>
          </a:p>
        </p:txBody>
      </p:sp>
      <p:sp>
        <p:nvSpPr>
          <p:cNvPr id="35" name="Flecha: a la derecha 34">
            <a:extLst>
              <a:ext uri="{FF2B5EF4-FFF2-40B4-BE49-F238E27FC236}">
                <a16:creationId xmlns:a16="http://schemas.microsoft.com/office/drawing/2014/main" id="{57543C5B-F8A9-FF91-5DA9-A76611CCD578}"/>
              </a:ext>
            </a:extLst>
          </p:cNvPr>
          <p:cNvSpPr/>
          <p:nvPr/>
        </p:nvSpPr>
        <p:spPr>
          <a:xfrm>
            <a:off x="5885456" y="5165850"/>
            <a:ext cx="436326" cy="320106"/>
          </a:xfrm>
          <a:prstGeom prst="rightArrow">
            <a:avLst/>
          </a:prstGeom>
          <a:solidFill>
            <a:srgbClr val="FFB71B"/>
          </a:solidFill>
          <a:ln>
            <a:solidFill>
              <a:srgbClr val="FFB7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6" name="Flecha: a la derecha 35">
            <a:extLst>
              <a:ext uri="{FF2B5EF4-FFF2-40B4-BE49-F238E27FC236}">
                <a16:creationId xmlns:a16="http://schemas.microsoft.com/office/drawing/2014/main" id="{B36FF22C-9940-0C10-ECA0-1C51C236E785}"/>
              </a:ext>
            </a:extLst>
          </p:cNvPr>
          <p:cNvSpPr/>
          <p:nvPr/>
        </p:nvSpPr>
        <p:spPr>
          <a:xfrm>
            <a:off x="5885456" y="5860828"/>
            <a:ext cx="436326" cy="320106"/>
          </a:xfrm>
          <a:prstGeom prst="rightArrow">
            <a:avLst/>
          </a:prstGeom>
          <a:solidFill>
            <a:srgbClr val="FFB71B"/>
          </a:solidFill>
          <a:ln>
            <a:solidFill>
              <a:srgbClr val="FFB7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BD003368-0CD0-3022-DFDA-0600A6E6725C}"/>
              </a:ext>
            </a:extLst>
          </p:cNvPr>
          <p:cNvSpPr txBox="1"/>
          <p:nvPr/>
        </p:nvSpPr>
        <p:spPr>
          <a:xfrm>
            <a:off x="2002013" y="5170478"/>
            <a:ext cx="3789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b="1" dirty="0">
                <a:solidFill>
                  <a:schemeClr val="accent1">
                    <a:lumMod val="7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Aumento del alcance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DB738B5F-CE2D-7804-EEEF-866E425389F6}"/>
              </a:ext>
            </a:extLst>
          </p:cNvPr>
          <p:cNvSpPr txBox="1"/>
          <p:nvPr/>
        </p:nvSpPr>
        <p:spPr>
          <a:xfrm>
            <a:off x="2002013" y="5836215"/>
            <a:ext cx="3789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b="1" dirty="0">
                <a:solidFill>
                  <a:schemeClr val="accent1">
                    <a:lumMod val="7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Falta de datos históricos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BA8FAB70-E14F-AB14-ECB1-49C42680D1D8}"/>
              </a:ext>
            </a:extLst>
          </p:cNvPr>
          <p:cNvSpPr txBox="1"/>
          <p:nvPr/>
        </p:nvSpPr>
        <p:spPr>
          <a:xfrm>
            <a:off x="6419848" y="5170478"/>
            <a:ext cx="3789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b="1" dirty="0">
                <a:solidFill>
                  <a:schemeClr val="accent1">
                    <a:lumMod val="7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Mantener requerimientos definidos</a:t>
            </a: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22D3DA8D-AF00-5A56-9DCE-4F452CD401CE}"/>
              </a:ext>
            </a:extLst>
          </p:cNvPr>
          <p:cNvSpPr txBox="1"/>
          <p:nvPr/>
        </p:nvSpPr>
        <p:spPr>
          <a:xfrm>
            <a:off x="6431278" y="5827377"/>
            <a:ext cx="3789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b="1" dirty="0">
                <a:solidFill>
                  <a:schemeClr val="accent1">
                    <a:lumMod val="7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Utilizar datos simulados</a:t>
            </a:r>
          </a:p>
        </p:txBody>
      </p:sp>
      <p:pic>
        <p:nvPicPr>
          <p:cNvPr id="42" name="Imagen 41">
            <a:extLst>
              <a:ext uri="{FF2B5EF4-FFF2-40B4-BE49-F238E27FC236}">
                <a16:creationId xmlns:a16="http://schemas.microsoft.com/office/drawing/2014/main" id="{629CCFF4-147A-B67C-9B0C-A79CDA11E5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4652" y="2426619"/>
            <a:ext cx="1310412" cy="1310412"/>
          </a:xfrm>
          <a:prstGeom prst="rect">
            <a:avLst/>
          </a:prstGeom>
        </p:spPr>
      </p:pic>
      <p:pic>
        <p:nvPicPr>
          <p:cNvPr id="44" name="Imagen 43">
            <a:extLst>
              <a:ext uri="{FF2B5EF4-FFF2-40B4-BE49-F238E27FC236}">
                <a16:creationId xmlns:a16="http://schemas.microsoft.com/office/drawing/2014/main" id="{A52EE944-3B4E-0CD5-5A9C-E60B88C9027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4245" y="2447692"/>
            <a:ext cx="1268266" cy="1268266"/>
          </a:xfrm>
          <a:prstGeom prst="rect">
            <a:avLst/>
          </a:prstGeom>
        </p:spPr>
      </p:pic>
      <p:pic>
        <p:nvPicPr>
          <p:cNvPr id="46" name="Imagen 45">
            <a:extLst>
              <a:ext uri="{FF2B5EF4-FFF2-40B4-BE49-F238E27FC236}">
                <a16:creationId xmlns:a16="http://schemas.microsoft.com/office/drawing/2014/main" id="{92D8587C-86BA-20D8-A898-EF675DBE768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3488" y="2382275"/>
            <a:ext cx="1383860" cy="1383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9217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una sola esquina redondeada 1">
            <a:extLst>
              <a:ext uri="{FF2B5EF4-FFF2-40B4-BE49-F238E27FC236}">
                <a16:creationId xmlns:a16="http://schemas.microsoft.com/office/drawing/2014/main" id="{DA1E4B52-661F-F862-6A4D-3102B3A31BC0}"/>
              </a:ext>
            </a:extLst>
          </p:cNvPr>
          <p:cNvSpPr/>
          <p:nvPr/>
        </p:nvSpPr>
        <p:spPr>
          <a:xfrm rot="10800000" flipH="1">
            <a:off x="6620" y="-1"/>
            <a:ext cx="655990" cy="1868557"/>
          </a:xfrm>
          <a:prstGeom prst="round1Rect">
            <a:avLst/>
          </a:prstGeom>
          <a:solidFill>
            <a:srgbClr val="FFB71B"/>
          </a:solidFill>
          <a:ln>
            <a:solidFill>
              <a:srgbClr val="FFB7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BF4F2157-1315-B910-5F35-067693E1DA14}"/>
              </a:ext>
            </a:extLst>
          </p:cNvPr>
          <p:cNvCxnSpPr>
            <a:cxnSpLocks/>
            <a:endCxn id="6" idx="2"/>
          </p:cNvCxnSpPr>
          <p:nvPr/>
        </p:nvCxnSpPr>
        <p:spPr>
          <a:xfrm>
            <a:off x="655976" y="636104"/>
            <a:ext cx="2080591" cy="11899"/>
          </a:xfrm>
          <a:prstGeom prst="line">
            <a:avLst/>
          </a:prstGeom>
          <a:ln>
            <a:solidFill>
              <a:srgbClr val="FFB71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Imagen 4">
            <a:extLst>
              <a:ext uri="{FF2B5EF4-FFF2-40B4-BE49-F238E27FC236}">
                <a16:creationId xmlns:a16="http://schemas.microsoft.com/office/drawing/2014/main" id="{BC0D1814-46ED-7E4F-8435-878CBA0C79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8422" y="128600"/>
            <a:ext cx="2478165" cy="908991"/>
          </a:xfrm>
          <a:prstGeom prst="rect">
            <a:avLst/>
          </a:prstGeom>
        </p:spPr>
      </p:pic>
      <p:sp>
        <p:nvSpPr>
          <p:cNvPr id="6" name="Elipse 5">
            <a:extLst>
              <a:ext uri="{FF2B5EF4-FFF2-40B4-BE49-F238E27FC236}">
                <a16:creationId xmlns:a16="http://schemas.microsoft.com/office/drawing/2014/main" id="{7ECC33FB-DF35-9BB0-6276-2394643FE4CB}"/>
              </a:ext>
            </a:extLst>
          </p:cNvPr>
          <p:cNvSpPr/>
          <p:nvPr/>
        </p:nvSpPr>
        <p:spPr>
          <a:xfrm>
            <a:off x="2736567" y="602972"/>
            <a:ext cx="90061" cy="90061"/>
          </a:xfrm>
          <a:prstGeom prst="ellipse">
            <a:avLst/>
          </a:prstGeom>
          <a:solidFill>
            <a:srgbClr val="FFB71B"/>
          </a:solidFill>
          <a:ln>
            <a:solidFill>
              <a:srgbClr val="FFB7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" name="Rectángulo: una sola esquina redondeada 6">
            <a:extLst>
              <a:ext uri="{FF2B5EF4-FFF2-40B4-BE49-F238E27FC236}">
                <a16:creationId xmlns:a16="http://schemas.microsoft.com/office/drawing/2014/main" id="{5DE0A070-C739-3584-4A7C-A80F1080AAFF}"/>
              </a:ext>
            </a:extLst>
          </p:cNvPr>
          <p:cNvSpPr/>
          <p:nvPr/>
        </p:nvSpPr>
        <p:spPr>
          <a:xfrm flipH="1">
            <a:off x="11539181" y="4989443"/>
            <a:ext cx="652816" cy="1868557"/>
          </a:xfrm>
          <a:prstGeom prst="round1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A6E98A2E-A331-06DF-B640-71AB874B136A}"/>
              </a:ext>
            </a:extLst>
          </p:cNvPr>
          <p:cNvCxnSpPr/>
          <p:nvPr/>
        </p:nvCxnSpPr>
        <p:spPr>
          <a:xfrm>
            <a:off x="10983401" y="6376256"/>
            <a:ext cx="0" cy="324679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CuadroTexto 8">
            <a:extLst>
              <a:ext uri="{FF2B5EF4-FFF2-40B4-BE49-F238E27FC236}">
                <a16:creationId xmlns:a16="http://schemas.microsoft.com/office/drawing/2014/main" id="{1E919CBC-ADAB-BF9F-7051-2556C16C4991}"/>
              </a:ext>
            </a:extLst>
          </p:cNvPr>
          <p:cNvSpPr txBox="1"/>
          <p:nvPr/>
        </p:nvSpPr>
        <p:spPr>
          <a:xfrm>
            <a:off x="11092732" y="635393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/>
              <a:t>7</a:t>
            </a: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3657A686-11E7-ED38-56C4-7C55EFEC2B33}"/>
              </a:ext>
            </a:extLst>
          </p:cNvPr>
          <p:cNvSpPr/>
          <p:nvPr/>
        </p:nvSpPr>
        <p:spPr>
          <a:xfrm>
            <a:off x="437322" y="6331225"/>
            <a:ext cx="90061" cy="90061"/>
          </a:xfrm>
          <a:prstGeom prst="ellipse">
            <a:avLst/>
          </a:prstGeom>
          <a:solidFill>
            <a:srgbClr val="FFB71B"/>
          </a:solidFill>
          <a:ln>
            <a:solidFill>
              <a:srgbClr val="FFB7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A128B754-9FA2-FEF7-715A-D5B6822C4EC2}"/>
              </a:ext>
            </a:extLst>
          </p:cNvPr>
          <p:cNvSpPr/>
          <p:nvPr/>
        </p:nvSpPr>
        <p:spPr>
          <a:xfrm>
            <a:off x="620014" y="6331224"/>
            <a:ext cx="90061" cy="90061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08A84313-9AB7-9945-2232-F51041743B09}"/>
              </a:ext>
            </a:extLst>
          </p:cNvPr>
          <p:cNvSpPr/>
          <p:nvPr/>
        </p:nvSpPr>
        <p:spPr>
          <a:xfrm>
            <a:off x="802706" y="6331224"/>
            <a:ext cx="90061" cy="90061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D1FAA5D7-26D8-8947-CF62-39DC8C795EE1}"/>
              </a:ext>
            </a:extLst>
          </p:cNvPr>
          <p:cNvSpPr txBox="1"/>
          <p:nvPr/>
        </p:nvSpPr>
        <p:spPr>
          <a:xfrm>
            <a:off x="1325880" y="1001580"/>
            <a:ext cx="95402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44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METODOLOGÍA Y ROLES</a:t>
            </a:r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8349B364-EA8F-2370-E7FB-8E80D1BE0D7C}"/>
              </a:ext>
            </a:extLst>
          </p:cNvPr>
          <p:cNvCxnSpPr>
            <a:cxnSpLocks/>
          </p:cNvCxnSpPr>
          <p:nvPr/>
        </p:nvCxnSpPr>
        <p:spPr>
          <a:xfrm>
            <a:off x="5055704" y="1733852"/>
            <a:ext cx="2080591" cy="11899"/>
          </a:xfrm>
          <a:prstGeom prst="line">
            <a:avLst/>
          </a:prstGeom>
          <a:ln>
            <a:solidFill>
              <a:srgbClr val="FFB71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F6CA2BE6-731E-190F-AA0E-F3D5BA6EBAFA}"/>
              </a:ext>
            </a:extLst>
          </p:cNvPr>
          <p:cNvSpPr/>
          <p:nvPr/>
        </p:nvSpPr>
        <p:spPr>
          <a:xfrm>
            <a:off x="4839748" y="5241053"/>
            <a:ext cx="2483669" cy="769441"/>
          </a:xfrm>
          <a:prstGeom prst="round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71A8B390-9EF4-B96D-43B9-4215CE808DB3}"/>
              </a:ext>
            </a:extLst>
          </p:cNvPr>
          <p:cNvSpPr/>
          <p:nvPr/>
        </p:nvSpPr>
        <p:spPr>
          <a:xfrm>
            <a:off x="7727728" y="4562873"/>
            <a:ext cx="2390581" cy="769441"/>
          </a:xfrm>
          <a:prstGeom prst="round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1AC95583-77F8-1B8A-C970-62311106ADBC}"/>
              </a:ext>
            </a:extLst>
          </p:cNvPr>
          <p:cNvSpPr/>
          <p:nvPr/>
        </p:nvSpPr>
        <p:spPr>
          <a:xfrm>
            <a:off x="2073688" y="4562872"/>
            <a:ext cx="2390581" cy="769441"/>
          </a:xfrm>
          <a:prstGeom prst="round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F03F3DAD-9671-CB88-29B3-6A9C0B7D51F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7988" y="4677023"/>
            <a:ext cx="510582" cy="510582"/>
          </a:xfrm>
          <a:prstGeom prst="rect">
            <a:avLst/>
          </a:prstGeom>
        </p:spPr>
      </p:pic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07B1AA9C-0080-20F3-CCB2-9DDF18AB35ED}"/>
              </a:ext>
            </a:extLst>
          </p:cNvPr>
          <p:cNvCxnSpPr>
            <a:cxnSpLocks/>
          </p:cNvCxnSpPr>
          <p:nvPr/>
        </p:nvCxnSpPr>
        <p:spPr>
          <a:xfrm>
            <a:off x="2237518" y="5146769"/>
            <a:ext cx="376238" cy="0"/>
          </a:xfrm>
          <a:prstGeom prst="line">
            <a:avLst/>
          </a:prstGeom>
          <a:ln>
            <a:solidFill>
              <a:srgbClr val="FFB71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3" name="Imagen 22">
            <a:extLst>
              <a:ext uri="{FF2B5EF4-FFF2-40B4-BE49-F238E27FC236}">
                <a16:creationId xmlns:a16="http://schemas.microsoft.com/office/drawing/2014/main" id="{0FB6980A-EA0E-22FA-7225-CE5ECB63B2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2028" y="4666667"/>
            <a:ext cx="510582" cy="510582"/>
          </a:xfrm>
          <a:prstGeom prst="rect">
            <a:avLst/>
          </a:prstGeom>
        </p:spPr>
      </p:pic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84D0F9C9-9F3C-7992-89AC-558B3E34D866}"/>
              </a:ext>
            </a:extLst>
          </p:cNvPr>
          <p:cNvCxnSpPr>
            <a:cxnSpLocks/>
          </p:cNvCxnSpPr>
          <p:nvPr/>
        </p:nvCxnSpPr>
        <p:spPr>
          <a:xfrm>
            <a:off x="7891558" y="5136413"/>
            <a:ext cx="376238" cy="0"/>
          </a:xfrm>
          <a:prstGeom prst="line">
            <a:avLst/>
          </a:prstGeom>
          <a:ln>
            <a:solidFill>
              <a:srgbClr val="FFB71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Imagen 24">
            <a:extLst>
              <a:ext uri="{FF2B5EF4-FFF2-40B4-BE49-F238E27FC236}">
                <a16:creationId xmlns:a16="http://schemas.microsoft.com/office/drawing/2014/main" id="{38377485-1FBD-788A-3E6E-EAA4F6B692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5948" y="5370482"/>
            <a:ext cx="510582" cy="510582"/>
          </a:xfrm>
          <a:prstGeom prst="rect">
            <a:avLst/>
          </a:prstGeom>
        </p:spPr>
      </p:pic>
      <p:pic>
        <p:nvPicPr>
          <p:cNvPr id="26" name="Imagen 25">
            <a:extLst>
              <a:ext uri="{FF2B5EF4-FFF2-40B4-BE49-F238E27FC236}">
                <a16:creationId xmlns:a16="http://schemas.microsoft.com/office/drawing/2014/main" id="{467FE20E-B91E-77FA-A01A-567421A4C6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8448" y="5332313"/>
            <a:ext cx="510582" cy="510582"/>
          </a:xfrm>
          <a:prstGeom prst="rect">
            <a:avLst/>
          </a:prstGeom>
        </p:spPr>
      </p:pic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CDBD9326-5FE3-4EAC-D6E8-E2B83C869A65}"/>
              </a:ext>
            </a:extLst>
          </p:cNvPr>
          <p:cNvCxnSpPr>
            <a:cxnSpLocks/>
          </p:cNvCxnSpPr>
          <p:nvPr/>
        </p:nvCxnSpPr>
        <p:spPr>
          <a:xfrm>
            <a:off x="4965354" y="5858135"/>
            <a:ext cx="604286" cy="0"/>
          </a:xfrm>
          <a:prstGeom prst="line">
            <a:avLst/>
          </a:prstGeom>
          <a:ln>
            <a:solidFill>
              <a:srgbClr val="FFB71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CuadroTexto 28">
            <a:extLst>
              <a:ext uri="{FF2B5EF4-FFF2-40B4-BE49-F238E27FC236}">
                <a16:creationId xmlns:a16="http://schemas.microsoft.com/office/drawing/2014/main" id="{6157D13E-4F4C-5A2A-BF43-165F179510E9}"/>
              </a:ext>
            </a:extLst>
          </p:cNvPr>
          <p:cNvSpPr txBox="1"/>
          <p:nvPr/>
        </p:nvSpPr>
        <p:spPr>
          <a:xfrm>
            <a:off x="2698570" y="4755268"/>
            <a:ext cx="1765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>
                <a:solidFill>
                  <a:schemeClr val="accent1">
                    <a:lumMod val="7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Benjamín Jeria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B4B888E5-0593-2E03-5CC3-E797F1B3C6E6}"/>
              </a:ext>
            </a:extLst>
          </p:cNvPr>
          <p:cNvSpPr txBox="1"/>
          <p:nvPr/>
        </p:nvSpPr>
        <p:spPr>
          <a:xfrm>
            <a:off x="8352610" y="4759849"/>
            <a:ext cx="1765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>
                <a:solidFill>
                  <a:schemeClr val="accent1">
                    <a:lumMod val="7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Sebastián Pardo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9FDA32E7-4EB1-E4AA-08AD-017EE1E42D5C}"/>
              </a:ext>
            </a:extLst>
          </p:cNvPr>
          <p:cNvSpPr txBox="1"/>
          <p:nvPr/>
        </p:nvSpPr>
        <p:spPr>
          <a:xfrm>
            <a:off x="5557722" y="5456347"/>
            <a:ext cx="1765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>
                <a:solidFill>
                  <a:schemeClr val="accent1">
                    <a:lumMod val="7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Trabajo conjunto</a:t>
            </a:r>
          </a:p>
        </p:txBody>
      </p:sp>
      <p:cxnSp>
        <p:nvCxnSpPr>
          <p:cNvPr id="33" name="Conector: curvado 32">
            <a:extLst>
              <a:ext uri="{FF2B5EF4-FFF2-40B4-BE49-F238E27FC236}">
                <a16:creationId xmlns:a16="http://schemas.microsoft.com/office/drawing/2014/main" id="{76C4EBE8-B012-5358-6831-C854F6B66B89}"/>
              </a:ext>
            </a:extLst>
          </p:cNvPr>
          <p:cNvCxnSpPr>
            <a:stCxn id="29" idx="3"/>
            <a:endCxn id="18" idx="1"/>
          </p:cNvCxnSpPr>
          <p:nvPr/>
        </p:nvCxnSpPr>
        <p:spPr>
          <a:xfrm>
            <a:off x="4464270" y="4939934"/>
            <a:ext cx="375478" cy="685840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ector: curvado 34">
            <a:extLst>
              <a:ext uri="{FF2B5EF4-FFF2-40B4-BE49-F238E27FC236}">
                <a16:creationId xmlns:a16="http://schemas.microsoft.com/office/drawing/2014/main" id="{2B2658B3-D7C2-CCFD-F8FF-1CA2EA27A747}"/>
              </a:ext>
            </a:extLst>
          </p:cNvPr>
          <p:cNvCxnSpPr>
            <a:stCxn id="19" idx="1"/>
            <a:endCxn id="31" idx="3"/>
          </p:cNvCxnSpPr>
          <p:nvPr/>
        </p:nvCxnSpPr>
        <p:spPr>
          <a:xfrm rot="10800000" flipV="1">
            <a:off x="7323422" y="4947593"/>
            <a:ext cx="404306" cy="693419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7" name="Imagen 36">
            <a:extLst>
              <a:ext uri="{FF2B5EF4-FFF2-40B4-BE49-F238E27FC236}">
                <a16:creationId xmlns:a16="http://schemas.microsoft.com/office/drawing/2014/main" id="{C542EBF4-D715-BFE2-BAD9-FDFADEDF6C2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5061" y="817916"/>
            <a:ext cx="8317801" cy="4529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2696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una sola esquina redondeada 1">
            <a:extLst>
              <a:ext uri="{FF2B5EF4-FFF2-40B4-BE49-F238E27FC236}">
                <a16:creationId xmlns:a16="http://schemas.microsoft.com/office/drawing/2014/main" id="{DA1E4B52-661F-F862-6A4D-3102B3A31BC0}"/>
              </a:ext>
            </a:extLst>
          </p:cNvPr>
          <p:cNvSpPr/>
          <p:nvPr/>
        </p:nvSpPr>
        <p:spPr>
          <a:xfrm rot="10800000" flipH="1">
            <a:off x="6620" y="-1"/>
            <a:ext cx="655990" cy="1868557"/>
          </a:xfrm>
          <a:prstGeom prst="round1Rect">
            <a:avLst/>
          </a:prstGeom>
          <a:solidFill>
            <a:srgbClr val="FFB71B"/>
          </a:solidFill>
          <a:ln>
            <a:solidFill>
              <a:srgbClr val="FFB7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BF4F2157-1315-B910-5F35-067693E1DA14}"/>
              </a:ext>
            </a:extLst>
          </p:cNvPr>
          <p:cNvCxnSpPr>
            <a:cxnSpLocks/>
            <a:endCxn id="6" idx="2"/>
          </p:cNvCxnSpPr>
          <p:nvPr/>
        </p:nvCxnSpPr>
        <p:spPr>
          <a:xfrm>
            <a:off x="655976" y="636104"/>
            <a:ext cx="2080591" cy="11899"/>
          </a:xfrm>
          <a:prstGeom prst="line">
            <a:avLst/>
          </a:prstGeom>
          <a:ln>
            <a:solidFill>
              <a:srgbClr val="FFB71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Imagen 4">
            <a:extLst>
              <a:ext uri="{FF2B5EF4-FFF2-40B4-BE49-F238E27FC236}">
                <a16:creationId xmlns:a16="http://schemas.microsoft.com/office/drawing/2014/main" id="{BC0D1814-46ED-7E4F-8435-878CBA0C79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8422" y="128600"/>
            <a:ext cx="2478165" cy="908991"/>
          </a:xfrm>
          <a:prstGeom prst="rect">
            <a:avLst/>
          </a:prstGeom>
        </p:spPr>
      </p:pic>
      <p:sp>
        <p:nvSpPr>
          <p:cNvPr id="6" name="Elipse 5">
            <a:extLst>
              <a:ext uri="{FF2B5EF4-FFF2-40B4-BE49-F238E27FC236}">
                <a16:creationId xmlns:a16="http://schemas.microsoft.com/office/drawing/2014/main" id="{7ECC33FB-DF35-9BB0-6276-2394643FE4CB}"/>
              </a:ext>
            </a:extLst>
          </p:cNvPr>
          <p:cNvSpPr/>
          <p:nvPr/>
        </p:nvSpPr>
        <p:spPr>
          <a:xfrm>
            <a:off x="2736567" y="602972"/>
            <a:ext cx="90061" cy="90061"/>
          </a:xfrm>
          <a:prstGeom prst="ellipse">
            <a:avLst/>
          </a:prstGeom>
          <a:solidFill>
            <a:srgbClr val="FFB71B"/>
          </a:solidFill>
          <a:ln>
            <a:solidFill>
              <a:srgbClr val="FFB7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" name="Rectángulo: una sola esquina redondeada 6">
            <a:extLst>
              <a:ext uri="{FF2B5EF4-FFF2-40B4-BE49-F238E27FC236}">
                <a16:creationId xmlns:a16="http://schemas.microsoft.com/office/drawing/2014/main" id="{5DE0A070-C739-3584-4A7C-A80F1080AAFF}"/>
              </a:ext>
            </a:extLst>
          </p:cNvPr>
          <p:cNvSpPr/>
          <p:nvPr/>
        </p:nvSpPr>
        <p:spPr>
          <a:xfrm flipH="1">
            <a:off x="11539181" y="4989443"/>
            <a:ext cx="652816" cy="1868557"/>
          </a:xfrm>
          <a:prstGeom prst="round1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A6E98A2E-A331-06DF-B640-71AB874B136A}"/>
              </a:ext>
            </a:extLst>
          </p:cNvPr>
          <p:cNvCxnSpPr/>
          <p:nvPr/>
        </p:nvCxnSpPr>
        <p:spPr>
          <a:xfrm>
            <a:off x="10983401" y="6376256"/>
            <a:ext cx="0" cy="324679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CuadroTexto 8">
            <a:extLst>
              <a:ext uri="{FF2B5EF4-FFF2-40B4-BE49-F238E27FC236}">
                <a16:creationId xmlns:a16="http://schemas.microsoft.com/office/drawing/2014/main" id="{1E919CBC-ADAB-BF9F-7051-2556C16C4991}"/>
              </a:ext>
            </a:extLst>
          </p:cNvPr>
          <p:cNvSpPr txBox="1"/>
          <p:nvPr/>
        </p:nvSpPr>
        <p:spPr>
          <a:xfrm>
            <a:off x="11092732" y="635393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/>
              <a:t>8</a:t>
            </a: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3657A686-11E7-ED38-56C4-7C55EFEC2B33}"/>
              </a:ext>
            </a:extLst>
          </p:cNvPr>
          <p:cNvSpPr/>
          <p:nvPr/>
        </p:nvSpPr>
        <p:spPr>
          <a:xfrm>
            <a:off x="437322" y="6331225"/>
            <a:ext cx="90061" cy="90061"/>
          </a:xfrm>
          <a:prstGeom prst="ellipse">
            <a:avLst/>
          </a:prstGeom>
          <a:solidFill>
            <a:srgbClr val="FFB71B"/>
          </a:solidFill>
          <a:ln>
            <a:solidFill>
              <a:srgbClr val="FFB7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A128B754-9FA2-FEF7-715A-D5B6822C4EC2}"/>
              </a:ext>
            </a:extLst>
          </p:cNvPr>
          <p:cNvSpPr/>
          <p:nvPr/>
        </p:nvSpPr>
        <p:spPr>
          <a:xfrm>
            <a:off x="620014" y="6331224"/>
            <a:ext cx="90061" cy="90061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08A84313-9AB7-9945-2232-F51041743B09}"/>
              </a:ext>
            </a:extLst>
          </p:cNvPr>
          <p:cNvSpPr/>
          <p:nvPr/>
        </p:nvSpPr>
        <p:spPr>
          <a:xfrm>
            <a:off x="802706" y="6331224"/>
            <a:ext cx="90061" cy="90061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3D39C47C-BB6F-9952-508D-C63D713DD4E4}"/>
              </a:ext>
            </a:extLst>
          </p:cNvPr>
          <p:cNvSpPr txBox="1"/>
          <p:nvPr/>
        </p:nvSpPr>
        <p:spPr>
          <a:xfrm>
            <a:off x="1325880" y="1001580"/>
            <a:ext cx="95402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44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EVIDENCIAS</a:t>
            </a: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2AD9D014-7E98-2A21-2B6D-4C27B3D449F7}"/>
              </a:ext>
            </a:extLst>
          </p:cNvPr>
          <p:cNvCxnSpPr>
            <a:cxnSpLocks/>
          </p:cNvCxnSpPr>
          <p:nvPr/>
        </p:nvCxnSpPr>
        <p:spPr>
          <a:xfrm>
            <a:off x="5055704" y="1733852"/>
            <a:ext cx="2080591" cy="11899"/>
          </a:xfrm>
          <a:prstGeom prst="line">
            <a:avLst/>
          </a:prstGeom>
          <a:ln>
            <a:solidFill>
              <a:srgbClr val="FFB71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Imagen 17">
            <a:extLst>
              <a:ext uri="{FF2B5EF4-FFF2-40B4-BE49-F238E27FC236}">
                <a16:creationId xmlns:a16="http://schemas.microsoft.com/office/drawing/2014/main" id="{A8546160-776F-535C-317E-C7A12C2B90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2059" y="2190198"/>
            <a:ext cx="9707880" cy="3507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492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una sola esquina redondeada 1">
            <a:extLst>
              <a:ext uri="{FF2B5EF4-FFF2-40B4-BE49-F238E27FC236}">
                <a16:creationId xmlns:a16="http://schemas.microsoft.com/office/drawing/2014/main" id="{DA1E4B52-661F-F862-6A4D-3102B3A31BC0}"/>
              </a:ext>
            </a:extLst>
          </p:cNvPr>
          <p:cNvSpPr/>
          <p:nvPr/>
        </p:nvSpPr>
        <p:spPr>
          <a:xfrm rot="10800000" flipH="1">
            <a:off x="6620" y="-1"/>
            <a:ext cx="655990" cy="1868557"/>
          </a:xfrm>
          <a:prstGeom prst="round1Rect">
            <a:avLst/>
          </a:prstGeom>
          <a:solidFill>
            <a:srgbClr val="FFB71B"/>
          </a:solidFill>
          <a:ln>
            <a:solidFill>
              <a:srgbClr val="FFB7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BF4F2157-1315-B910-5F35-067693E1DA14}"/>
              </a:ext>
            </a:extLst>
          </p:cNvPr>
          <p:cNvCxnSpPr>
            <a:cxnSpLocks/>
            <a:endCxn id="6" idx="2"/>
          </p:cNvCxnSpPr>
          <p:nvPr/>
        </p:nvCxnSpPr>
        <p:spPr>
          <a:xfrm>
            <a:off x="655976" y="636104"/>
            <a:ext cx="2080591" cy="11899"/>
          </a:xfrm>
          <a:prstGeom prst="line">
            <a:avLst/>
          </a:prstGeom>
          <a:ln>
            <a:solidFill>
              <a:srgbClr val="FFB71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Imagen 4">
            <a:extLst>
              <a:ext uri="{FF2B5EF4-FFF2-40B4-BE49-F238E27FC236}">
                <a16:creationId xmlns:a16="http://schemas.microsoft.com/office/drawing/2014/main" id="{BC0D1814-46ED-7E4F-8435-878CBA0C79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8422" y="128600"/>
            <a:ext cx="2478165" cy="908991"/>
          </a:xfrm>
          <a:prstGeom prst="rect">
            <a:avLst/>
          </a:prstGeom>
        </p:spPr>
      </p:pic>
      <p:sp>
        <p:nvSpPr>
          <p:cNvPr id="6" name="Elipse 5">
            <a:extLst>
              <a:ext uri="{FF2B5EF4-FFF2-40B4-BE49-F238E27FC236}">
                <a16:creationId xmlns:a16="http://schemas.microsoft.com/office/drawing/2014/main" id="{7ECC33FB-DF35-9BB0-6276-2394643FE4CB}"/>
              </a:ext>
            </a:extLst>
          </p:cNvPr>
          <p:cNvSpPr/>
          <p:nvPr/>
        </p:nvSpPr>
        <p:spPr>
          <a:xfrm>
            <a:off x="2736567" y="602972"/>
            <a:ext cx="90061" cy="90061"/>
          </a:xfrm>
          <a:prstGeom prst="ellipse">
            <a:avLst/>
          </a:prstGeom>
          <a:solidFill>
            <a:srgbClr val="FFB71B"/>
          </a:solidFill>
          <a:ln>
            <a:solidFill>
              <a:srgbClr val="FFB7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" name="Rectángulo: una sola esquina redondeada 6">
            <a:extLst>
              <a:ext uri="{FF2B5EF4-FFF2-40B4-BE49-F238E27FC236}">
                <a16:creationId xmlns:a16="http://schemas.microsoft.com/office/drawing/2014/main" id="{5DE0A070-C739-3584-4A7C-A80F1080AAFF}"/>
              </a:ext>
            </a:extLst>
          </p:cNvPr>
          <p:cNvSpPr/>
          <p:nvPr/>
        </p:nvSpPr>
        <p:spPr>
          <a:xfrm flipH="1">
            <a:off x="11539181" y="4989443"/>
            <a:ext cx="652816" cy="1868557"/>
          </a:xfrm>
          <a:prstGeom prst="round1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A6E98A2E-A331-06DF-B640-71AB874B136A}"/>
              </a:ext>
            </a:extLst>
          </p:cNvPr>
          <p:cNvCxnSpPr/>
          <p:nvPr/>
        </p:nvCxnSpPr>
        <p:spPr>
          <a:xfrm>
            <a:off x="10983401" y="6376256"/>
            <a:ext cx="0" cy="324679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CuadroTexto 8">
            <a:extLst>
              <a:ext uri="{FF2B5EF4-FFF2-40B4-BE49-F238E27FC236}">
                <a16:creationId xmlns:a16="http://schemas.microsoft.com/office/drawing/2014/main" id="{1E919CBC-ADAB-BF9F-7051-2556C16C4991}"/>
              </a:ext>
            </a:extLst>
          </p:cNvPr>
          <p:cNvSpPr txBox="1"/>
          <p:nvPr/>
        </p:nvSpPr>
        <p:spPr>
          <a:xfrm>
            <a:off x="11092732" y="635393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/>
              <a:t>9</a:t>
            </a: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3657A686-11E7-ED38-56C4-7C55EFEC2B33}"/>
              </a:ext>
            </a:extLst>
          </p:cNvPr>
          <p:cNvSpPr/>
          <p:nvPr/>
        </p:nvSpPr>
        <p:spPr>
          <a:xfrm>
            <a:off x="437322" y="6331225"/>
            <a:ext cx="90061" cy="90061"/>
          </a:xfrm>
          <a:prstGeom prst="ellipse">
            <a:avLst/>
          </a:prstGeom>
          <a:solidFill>
            <a:srgbClr val="FFB71B"/>
          </a:solidFill>
          <a:ln>
            <a:solidFill>
              <a:srgbClr val="FFB7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A128B754-9FA2-FEF7-715A-D5B6822C4EC2}"/>
              </a:ext>
            </a:extLst>
          </p:cNvPr>
          <p:cNvSpPr/>
          <p:nvPr/>
        </p:nvSpPr>
        <p:spPr>
          <a:xfrm>
            <a:off x="620014" y="6331224"/>
            <a:ext cx="90061" cy="90061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08A84313-9AB7-9945-2232-F51041743B09}"/>
              </a:ext>
            </a:extLst>
          </p:cNvPr>
          <p:cNvSpPr/>
          <p:nvPr/>
        </p:nvSpPr>
        <p:spPr>
          <a:xfrm>
            <a:off x="802706" y="6331224"/>
            <a:ext cx="90061" cy="90061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E6583A32-0743-86C2-240A-FB916BFBBF04}"/>
              </a:ext>
            </a:extLst>
          </p:cNvPr>
          <p:cNvSpPr txBox="1"/>
          <p:nvPr/>
        </p:nvSpPr>
        <p:spPr>
          <a:xfrm>
            <a:off x="1325880" y="1001580"/>
            <a:ext cx="95402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44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CRONOGRAMA – 18 SEMANAS</a:t>
            </a: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78CCC8A8-012C-8C34-B9BA-6949081BA916}"/>
              </a:ext>
            </a:extLst>
          </p:cNvPr>
          <p:cNvCxnSpPr>
            <a:cxnSpLocks/>
          </p:cNvCxnSpPr>
          <p:nvPr/>
        </p:nvCxnSpPr>
        <p:spPr>
          <a:xfrm>
            <a:off x="5055704" y="1733852"/>
            <a:ext cx="2080591" cy="11899"/>
          </a:xfrm>
          <a:prstGeom prst="line">
            <a:avLst/>
          </a:prstGeom>
          <a:ln>
            <a:solidFill>
              <a:srgbClr val="FFB71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Imagen 17">
            <a:extLst>
              <a:ext uri="{FF2B5EF4-FFF2-40B4-BE49-F238E27FC236}">
                <a16:creationId xmlns:a16="http://schemas.microsoft.com/office/drawing/2014/main" id="{4E34AB3F-38FE-0DCB-0E73-9D40869A91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7150" y="3226274"/>
            <a:ext cx="8197697" cy="2732566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A802F00D-B767-58E1-6964-F6423740C9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8280" y="1170497"/>
            <a:ext cx="9529224" cy="3176408"/>
          </a:xfrm>
          <a:prstGeom prst="rect">
            <a:avLst/>
          </a:prstGeom>
        </p:spPr>
      </p:pic>
      <p:sp>
        <p:nvSpPr>
          <p:cNvPr id="21" name="CuadroTexto 20">
            <a:extLst>
              <a:ext uri="{FF2B5EF4-FFF2-40B4-BE49-F238E27FC236}">
                <a16:creationId xmlns:a16="http://schemas.microsoft.com/office/drawing/2014/main" id="{2D0BD1CE-4256-78E9-F672-7F6F03BC8355}"/>
              </a:ext>
            </a:extLst>
          </p:cNvPr>
          <p:cNvSpPr txBox="1"/>
          <p:nvPr/>
        </p:nvSpPr>
        <p:spPr>
          <a:xfrm>
            <a:off x="620014" y="2939656"/>
            <a:ext cx="37891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1400" b="1" dirty="0">
                <a:solidFill>
                  <a:schemeClr val="accent1">
                    <a:lumMod val="7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Análisis y planificación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E3B6085B-961A-75A4-1C95-AE837A0A2BA6}"/>
              </a:ext>
            </a:extLst>
          </p:cNvPr>
          <p:cNvSpPr txBox="1"/>
          <p:nvPr/>
        </p:nvSpPr>
        <p:spPr>
          <a:xfrm>
            <a:off x="4088298" y="2939656"/>
            <a:ext cx="37891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1400" b="1" dirty="0">
                <a:solidFill>
                  <a:schemeClr val="accent1">
                    <a:lumMod val="7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Diseño, desarrollo, pruebas y validación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A7FAC712-5EA0-C4F7-6F9D-30F891E601D7}"/>
              </a:ext>
            </a:extLst>
          </p:cNvPr>
          <p:cNvSpPr txBox="1"/>
          <p:nvPr/>
        </p:nvSpPr>
        <p:spPr>
          <a:xfrm>
            <a:off x="7457594" y="2939656"/>
            <a:ext cx="37891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1400" b="1" dirty="0">
                <a:solidFill>
                  <a:schemeClr val="accent1">
                    <a:lumMod val="7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Documentación y cierre</a:t>
            </a:r>
          </a:p>
        </p:txBody>
      </p:sp>
    </p:spTree>
    <p:extLst>
      <p:ext uri="{BB962C8B-B14F-4D97-AF65-F5344CB8AC3E}">
        <p14:creationId xmlns:p14="http://schemas.microsoft.com/office/powerpoint/2010/main" val="38789279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una sola esquina redondeada 1">
            <a:extLst>
              <a:ext uri="{FF2B5EF4-FFF2-40B4-BE49-F238E27FC236}">
                <a16:creationId xmlns:a16="http://schemas.microsoft.com/office/drawing/2014/main" id="{DA1E4B52-661F-F862-6A4D-3102B3A31BC0}"/>
              </a:ext>
            </a:extLst>
          </p:cNvPr>
          <p:cNvSpPr/>
          <p:nvPr/>
        </p:nvSpPr>
        <p:spPr>
          <a:xfrm rot="10800000" flipH="1">
            <a:off x="6620" y="-1"/>
            <a:ext cx="655990" cy="1868557"/>
          </a:xfrm>
          <a:prstGeom prst="round1Rect">
            <a:avLst/>
          </a:prstGeom>
          <a:solidFill>
            <a:srgbClr val="FFB71B"/>
          </a:solidFill>
          <a:ln>
            <a:solidFill>
              <a:srgbClr val="FFB7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BF4F2157-1315-B910-5F35-067693E1DA14}"/>
              </a:ext>
            </a:extLst>
          </p:cNvPr>
          <p:cNvCxnSpPr>
            <a:cxnSpLocks/>
            <a:endCxn id="6" idx="2"/>
          </p:cNvCxnSpPr>
          <p:nvPr/>
        </p:nvCxnSpPr>
        <p:spPr>
          <a:xfrm>
            <a:off x="655976" y="636104"/>
            <a:ext cx="2080591" cy="11899"/>
          </a:xfrm>
          <a:prstGeom prst="line">
            <a:avLst/>
          </a:prstGeom>
          <a:ln>
            <a:solidFill>
              <a:srgbClr val="FFB71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Imagen 4">
            <a:extLst>
              <a:ext uri="{FF2B5EF4-FFF2-40B4-BE49-F238E27FC236}">
                <a16:creationId xmlns:a16="http://schemas.microsoft.com/office/drawing/2014/main" id="{BC0D1814-46ED-7E4F-8435-878CBA0C79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8422" y="128600"/>
            <a:ext cx="2478165" cy="908991"/>
          </a:xfrm>
          <a:prstGeom prst="rect">
            <a:avLst/>
          </a:prstGeom>
        </p:spPr>
      </p:pic>
      <p:sp>
        <p:nvSpPr>
          <p:cNvPr id="6" name="Elipse 5">
            <a:extLst>
              <a:ext uri="{FF2B5EF4-FFF2-40B4-BE49-F238E27FC236}">
                <a16:creationId xmlns:a16="http://schemas.microsoft.com/office/drawing/2014/main" id="{7ECC33FB-DF35-9BB0-6276-2394643FE4CB}"/>
              </a:ext>
            </a:extLst>
          </p:cNvPr>
          <p:cNvSpPr/>
          <p:nvPr/>
        </p:nvSpPr>
        <p:spPr>
          <a:xfrm>
            <a:off x="2736567" y="602972"/>
            <a:ext cx="90061" cy="90061"/>
          </a:xfrm>
          <a:prstGeom prst="ellipse">
            <a:avLst/>
          </a:prstGeom>
          <a:solidFill>
            <a:srgbClr val="FFB71B"/>
          </a:solidFill>
          <a:ln>
            <a:solidFill>
              <a:srgbClr val="FFB7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" name="Rectángulo: una sola esquina redondeada 6">
            <a:extLst>
              <a:ext uri="{FF2B5EF4-FFF2-40B4-BE49-F238E27FC236}">
                <a16:creationId xmlns:a16="http://schemas.microsoft.com/office/drawing/2014/main" id="{5DE0A070-C739-3584-4A7C-A80F1080AAFF}"/>
              </a:ext>
            </a:extLst>
          </p:cNvPr>
          <p:cNvSpPr/>
          <p:nvPr/>
        </p:nvSpPr>
        <p:spPr>
          <a:xfrm flipH="1">
            <a:off x="11539181" y="4989443"/>
            <a:ext cx="652816" cy="1868557"/>
          </a:xfrm>
          <a:prstGeom prst="round1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A6E98A2E-A331-06DF-B640-71AB874B136A}"/>
              </a:ext>
            </a:extLst>
          </p:cNvPr>
          <p:cNvCxnSpPr/>
          <p:nvPr/>
        </p:nvCxnSpPr>
        <p:spPr>
          <a:xfrm>
            <a:off x="10983401" y="6376256"/>
            <a:ext cx="0" cy="324679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CuadroTexto 8">
            <a:extLst>
              <a:ext uri="{FF2B5EF4-FFF2-40B4-BE49-F238E27FC236}">
                <a16:creationId xmlns:a16="http://schemas.microsoft.com/office/drawing/2014/main" id="{1E919CBC-ADAB-BF9F-7051-2556C16C4991}"/>
              </a:ext>
            </a:extLst>
          </p:cNvPr>
          <p:cNvSpPr txBox="1"/>
          <p:nvPr/>
        </p:nvSpPr>
        <p:spPr>
          <a:xfrm>
            <a:off x="11031772" y="6353930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/>
              <a:t>10</a:t>
            </a: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3657A686-11E7-ED38-56C4-7C55EFEC2B33}"/>
              </a:ext>
            </a:extLst>
          </p:cNvPr>
          <p:cNvSpPr/>
          <p:nvPr/>
        </p:nvSpPr>
        <p:spPr>
          <a:xfrm>
            <a:off x="437322" y="6331225"/>
            <a:ext cx="90061" cy="90061"/>
          </a:xfrm>
          <a:prstGeom prst="ellipse">
            <a:avLst/>
          </a:prstGeom>
          <a:solidFill>
            <a:srgbClr val="FFB71B"/>
          </a:solidFill>
          <a:ln>
            <a:solidFill>
              <a:srgbClr val="FFB7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A128B754-9FA2-FEF7-715A-D5B6822C4EC2}"/>
              </a:ext>
            </a:extLst>
          </p:cNvPr>
          <p:cNvSpPr/>
          <p:nvPr/>
        </p:nvSpPr>
        <p:spPr>
          <a:xfrm>
            <a:off x="620014" y="6331224"/>
            <a:ext cx="90061" cy="90061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08A84313-9AB7-9945-2232-F51041743B09}"/>
              </a:ext>
            </a:extLst>
          </p:cNvPr>
          <p:cNvSpPr/>
          <p:nvPr/>
        </p:nvSpPr>
        <p:spPr>
          <a:xfrm>
            <a:off x="802706" y="6331224"/>
            <a:ext cx="90061" cy="90061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02C93E13-D50E-1C3F-82A9-2BA5EB63E2F3}"/>
              </a:ext>
            </a:extLst>
          </p:cNvPr>
          <p:cNvSpPr txBox="1"/>
          <p:nvPr/>
        </p:nvSpPr>
        <p:spPr>
          <a:xfrm>
            <a:off x="1325880" y="1001580"/>
            <a:ext cx="95402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44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CONCLUSIONES Y REFLEXIONES</a:t>
            </a: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BE5A3DCA-B864-BFE5-6BD6-A64AB79F8C24}"/>
              </a:ext>
            </a:extLst>
          </p:cNvPr>
          <p:cNvCxnSpPr>
            <a:cxnSpLocks/>
          </p:cNvCxnSpPr>
          <p:nvPr/>
        </p:nvCxnSpPr>
        <p:spPr>
          <a:xfrm>
            <a:off x="5055704" y="1733852"/>
            <a:ext cx="2080591" cy="11899"/>
          </a:xfrm>
          <a:prstGeom prst="line">
            <a:avLst/>
          </a:prstGeom>
          <a:ln>
            <a:solidFill>
              <a:srgbClr val="FFB71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98FEA70D-17DC-1469-D66C-35D85569106D}"/>
              </a:ext>
            </a:extLst>
          </p:cNvPr>
          <p:cNvCxnSpPr>
            <a:cxnSpLocks/>
          </p:cNvCxnSpPr>
          <p:nvPr/>
        </p:nvCxnSpPr>
        <p:spPr>
          <a:xfrm flipH="1">
            <a:off x="6100637" y="2197741"/>
            <a:ext cx="2981" cy="3951599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033B4060-5D27-9E5A-DC58-5C1DB0302652}"/>
              </a:ext>
            </a:extLst>
          </p:cNvPr>
          <p:cNvSpPr/>
          <p:nvPr/>
        </p:nvSpPr>
        <p:spPr>
          <a:xfrm>
            <a:off x="1696270" y="2986901"/>
            <a:ext cx="3913705" cy="1646059"/>
          </a:xfrm>
          <a:prstGeom prst="round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70E7C7BC-D31B-2E9B-3FE1-74CD55E64D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9820" y="3308957"/>
            <a:ext cx="946287" cy="946287"/>
          </a:xfrm>
          <a:prstGeom prst="rect">
            <a:avLst/>
          </a:prstGeom>
        </p:spPr>
      </p:pic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0E208A0F-ED73-F184-8ED6-3050D8BFC13D}"/>
              </a:ext>
            </a:extLst>
          </p:cNvPr>
          <p:cNvCxnSpPr>
            <a:cxnSpLocks/>
          </p:cNvCxnSpPr>
          <p:nvPr/>
        </p:nvCxnSpPr>
        <p:spPr>
          <a:xfrm>
            <a:off x="2082220" y="4149918"/>
            <a:ext cx="631632" cy="0"/>
          </a:xfrm>
          <a:prstGeom prst="line">
            <a:avLst/>
          </a:prstGeom>
          <a:ln>
            <a:solidFill>
              <a:srgbClr val="FFB71B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9" name="CuadroTexto 18">
            <a:extLst>
              <a:ext uri="{FF2B5EF4-FFF2-40B4-BE49-F238E27FC236}">
                <a16:creationId xmlns:a16="http://schemas.microsoft.com/office/drawing/2014/main" id="{D8A022DB-33F4-3F5C-9207-187907E6E211}"/>
              </a:ext>
            </a:extLst>
          </p:cNvPr>
          <p:cNvSpPr txBox="1"/>
          <p:nvPr/>
        </p:nvSpPr>
        <p:spPr>
          <a:xfrm>
            <a:off x="2736567" y="3489714"/>
            <a:ext cx="26593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3200" b="1" dirty="0">
                <a:solidFill>
                  <a:schemeClr val="accent1">
                    <a:lumMod val="7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Benjamín Jeria</a:t>
            </a:r>
          </a:p>
        </p:txBody>
      </p:sp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74C36113-C76E-C464-C2A0-6A8914699A14}"/>
              </a:ext>
            </a:extLst>
          </p:cNvPr>
          <p:cNvSpPr/>
          <p:nvPr/>
        </p:nvSpPr>
        <p:spPr>
          <a:xfrm>
            <a:off x="6586660" y="2986901"/>
            <a:ext cx="4025019" cy="1646059"/>
          </a:xfrm>
          <a:prstGeom prst="round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2E89ECFF-8437-C16C-4128-F578B7095C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0210" y="3316577"/>
            <a:ext cx="946287" cy="946287"/>
          </a:xfrm>
          <a:prstGeom prst="rect">
            <a:avLst/>
          </a:prstGeom>
        </p:spPr>
      </p:pic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0EE4FB21-F495-0754-0433-DA25A80C2A0F}"/>
              </a:ext>
            </a:extLst>
          </p:cNvPr>
          <p:cNvCxnSpPr>
            <a:cxnSpLocks/>
          </p:cNvCxnSpPr>
          <p:nvPr/>
        </p:nvCxnSpPr>
        <p:spPr>
          <a:xfrm>
            <a:off x="6972610" y="4157538"/>
            <a:ext cx="631632" cy="0"/>
          </a:xfrm>
          <a:prstGeom prst="line">
            <a:avLst/>
          </a:prstGeom>
          <a:ln>
            <a:solidFill>
              <a:srgbClr val="FFB71B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4" name="CuadroTexto 23">
            <a:extLst>
              <a:ext uri="{FF2B5EF4-FFF2-40B4-BE49-F238E27FC236}">
                <a16:creationId xmlns:a16="http://schemas.microsoft.com/office/drawing/2014/main" id="{29B2FB02-5E20-9DCF-C348-24C9DEA6559E}"/>
              </a:ext>
            </a:extLst>
          </p:cNvPr>
          <p:cNvSpPr txBox="1"/>
          <p:nvPr/>
        </p:nvSpPr>
        <p:spPr>
          <a:xfrm>
            <a:off x="7626956" y="3497334"/>
            <a:ext cx="28124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3200" b="1" dirty="0">
                <a:solidFill>
                  <a:schemeClr val="accent1">
                    <a:lumMod val="7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Sebastián Pardo</a:t>
            </a:r>
          </a:p>
        </p:txBody>
      </p:sp>
    </p:spTree>
    <p:extLst>
      <p:ext uri="{BB962C8B-B14F-4D97-AF65-F5344CB8AC3E}">
        <p14:creationId xmlns:p14="http://schemas.microsoft.com/office/powerpoint/2010/main" val="38156489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una sola esquina redondeada 1">
            <a:extLst>
              <a:ext uri="{FF2B5EF4-FFF2-40B4-BE49-F238E27FC236}">
                <a16:creationId xmlns:a16="http://schemas.microsoft.com/office/drawing/2014/main" id="{DA1E4B52-661F-F862-6A4D-3102B3A31BC0}"/>
              </a:ext>
            </a:extLst>
          </p:cNvPr>
          <p:cNvSpPr/>
          <p:nvPr/>
        </p:nvSpPr>
        <p:spPr>
          <a:xfrm rot="10800000" flipH="1">
            <a:off x="6620" y="-1"/>
            <a:ext cx="655990" cy="1868557"/>
          </a:xfrm>
          <a:prstGeom prst="round1Rect">
            <a:avLst/>
          </a:prstGeom>
          <a:solidFill>
            <a:srgbClr val="FFB71B"/>
          </a:solidFill>
          <a:ln>
            <a:solidFill>
              <a:srgbClr val="FFB7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BF4F2157-1315-B910-5F35-067693E1DA14}"/>
              </a:ext>
            </a:extLst>
          </p:cNvPr>
          <p:cNvCxnSpPr>
            <a:cxnSpLocks/>
            <a:endCxn id="6" idx="2"/>
          </p:cNvCxnSpPr>
          <p:nvPr/>
        </p:nvCxnSpPr>
        <p:spPr>
          <a:xfrm>
            <a:off x="655976" y="636104"/>
            <a:ext cx="2080591" cy="11899"/>
          </a:xfrm>
          <a:prstGeom prst="line">
            <a:avLst/>
          </a:prstGeom>
          <a:ln>
            <a:solidFill>
              <a:srgbClr val="FFB71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Imagen 4">
            <a:extLst>
              <a:ext uri="{FF2B5EF4-FFF2-40B4-BE49-F238E27FC236}">
                <a16:creationId xmlns:a16="http://schemas.microsoft.com/office/drawing/2014/main" id="{BC0D1814-46ED-7E4F-8435-878CBA0C79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8422" y="128600"/>
            <a:ext cx="2478165" cy="908991"/>
          </a:xfrm>
          <a:prstGeom prst="rect">
            <a:avLst/>
          </a:prstGeom>
        </p:spPr>
      </p:pic>
      <p:sp>
        <p:nvSpPr>
          <p:cNvPr id="6" name="Elipse 5">
            <a:extLst>
              <a:ext uri="{FF2B5EF4-FFF2-40B4-BE49-F238E27FC236}">
                <a16:creationId xmlns:a16="http://schemas.microsoft.com/office/drawing/2014/main" id="{7ECC33FB-DF35-9BB0-6276-2394643FE4CB}"/>
              </a:ext>
            </a:extLst>
          </p:cNvPr>
          <p:cNvSpPr/>
          <p:nvPr/>
        </p:nvSpPr>
        <p:spPr>
          <a:xfrm>
            <a:off x="2736567" y="602972"/>
            <a:ext cx="90061" cy="90061"/>
          </a:xfrm>
          <a:prstGeom prst="ellipse">
            <a:avLst/>
          </a:prstGeom>
          <a:solidFill>
            <a:srgbClr val="FFB71B"/>
          </a:solidFill>
          <a:ln>
            <a:solidFill>
              <a:srgbClr val="FFB7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" name="Rectángulo: una sola esquina redondeada 6">
            <a:extLst>
              <a:ext uri="{FF2B5EF4-FFF2-40B4-BE49-F238E27FC236}">
                <a16:creationId xmlns:a16="http://schemas.microsoft.com/office/drawing/2014/main" id="{5DE0A070-C739-3584-4A7C-A80F1080AAFF}"/>
              </a:ext>
            </a:extLst>
          </p:cNvPr>
          <p:cNvSpPr/>
          <p:nvPr/>
        </p:nvSpPr>
        <p:spPr>
          <a:xfrm flipH="1">
            <a:off x="11539181" y="4989443"/>
            <a:ext cx="652816" cy="1868557"/>
          </a:xfrm>
          <a:prstGeom prst="round1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3657A686-11E7-ED38-56C4-7C55EFEC2B33}"/>
              </a:ext>
            </a:extLst>
          </p:cNvPr>
          <p:cNvSpPr/>
          <p:nvPr/>
        </p:nvSpPr>
        <p:spPr>
          <a:xfrm>
            <a:off x="437322" y="6331225"/>
            <a:ext cx="90061" cy="90061"/>
          </a:xfrm>
          <a:prstGeom prst="ellipse">
            <a:avLst/>
          </a:prstGeom>
          <a:solidFill>
            <a:srgbClr val="FFB71B"/>
          </a:solidFill>
          <a:ln>
            <a:solidFill>
              <a:srgbClr val="FFB7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A128B754-9FA2-FEF7-715A-D5B6822C4EC2}"/>
              </a:ext>
            </a:extLst>
          </p:cNvPr>
          <p:cNvSpPr/>
          <p:nvPr/>
        </p:nvSpPr>
        <p:spPr>
          <a:xfrm>
            <a:off x="620014" y="6331224"/>
            <a:ext cx="90061" cy="90061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08A84313-9AB7-9945-2232-F51041743B09}"/>
              </a:ext>
            </a:extLst>
          </p:cNvPr>
          <p:cNvSpPr/>
          <p:nvPr/>
        </p:nvSpPr>
        <p:spPr>
          <a:xfrm>
            <a:off x="802706" y="6331224"/>
            <a:ext cx="90061" cy="90061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BE5A3DCA-B864-BFE5-6BD6-A64AB79F8C24}"/>
              </a:ext>
            </a:extLst>
          </p:cNvPr>
          <p:cNvCxnSpPr>
            <a:cxnSpLocks/>
          </p:cNvCxnSpPr>
          <p:nvPr/>
        </p:nvCxnSpPr>
        <p:spPr>
          <a:xfrm>
            <a:off x="5055703" y="4201931"/>
            <a:ext cx="2080591" cy="11899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5" name="CuadroTexto 14">
            <a:extLst>
              <a:ext uri="{FF2B5EF4-FFF2-40B4-BE49-F238E27FC236}">
                <a16:creationId xmlns:a16="http://schemas.microsoft.com/office/drawing/2014/main" id="{02D0D41A-DA0A-0D2B-4AFB-0272955231F8}"/>
              </a:ext>
            </a:extLst>
          </p:cNvPr>
          <p:cNvSpPr txBox="1"/>
          <p:nvPr/>
        </p:nvSpPr>
        <p:spPr>
          <a:xfrm>
            <a:off x="3594651" y="2644170"/>
            <a:ext cx="500269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sz="9600" b="1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GRACIAS</a:t>
            </a:r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E7F3AB2E-D88E-9BB1-1857-5B54B613C350}"/>
              </a:ext>
            </a:extLst>
          </p:cNvPr>
          <p:cNvCxnSpPr>
            <a:cxnSpLocks/>
          </p:cNvCxnSpPr>
          <p:nvPr/>
        </p:nvCxnSpPr>
        <p:spPr>
          <a:xfrm>
            <a:off x="9508422" y="6206324"/>
            <a:ext cx="2080591" cy="11899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Elipse 16">
            <a:extLst>
              <a:ext uri="{FF2B5EF4-FFF2-40B4-BE49-F238E27FC236}">
                <a16:creationId xmlns:a16="http://schemas.microsoft.com/office/drawing/2014/main" id="{9979F8EC-A99F-82DD-5CB4-D17BD6771572}"/>
              </a:ext>
            </a:extLst>
          </p:cNvPr>
          <p:cNvSpPr/>
          <p:nvPr/>
        </p:nvSpPr>
        <p:spPr>
          <a:xfrm>
            <a:off x="9418361" y="6157952"/>
            <a:ext cx="90061" cy="90061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699786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158</Words>
  <Application>Microsoft Office PowerPoint</Application>
  <PresentationFormat>Panorámica</PresentationFormat>
  <Paragraphs>82</Paragraphs>
  <Slides>11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sebastian pardo</dc:creator>
  <cp:lastModifiedBy>sebastian pardo</cp:lastModifiedBy>
  <cp:revision>21</cp:revision>
  <dcterms:created xsi:type="dcterms:W3CDTF">2026-09-01T20:07:19Z</dcterms:created>
  <dcterms:modified xsi:type="dcterms:W3CDTF">2026-09-01T22:01:04Z</dcterms:modified>
</cp:coreProperties>
</file>